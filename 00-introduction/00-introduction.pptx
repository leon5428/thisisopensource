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media/image11.png" ContentType="image/png"/>
  <Override PartName="/ppt/theme/theme1.xml" ContentType="application/vnd.openxmlformats-officedocument.theme+xml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69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0.png" ContentType="image/png"/>
  <Override PartName="/ppt/media/image37.png" ContentType="image/png"/>
  <Override PartName="/ppt/media/image1.png" ContentType="image/png"/>
  <Override PartName="/ppt/media/image38.png" ContentType="image/png"/>
  <Override PartName="/ppt/media/image2.png" ContentType="image/png"/>
  <Override PartName="/ppt/media/image39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40.png" ContentType="image/png"/>
  <Override PartName="/ppt/media/image41.png" ContentType="image/png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</p:sldIdLst>
  <p:sldSz cx="5759958" cy="324002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0DABC2B8-4F63-4EB6-E12A-704E43D1C736}"/>
    <p:ext uri="{5B6658A4-137B-41B2-1739-08B6D82CCAA7}"/>
    <p:ext uri="{4182E95D-7324-4FA6-F518-31372E949B2E}"/>
  </p:extLst>
</p:presentationPr>
</file>

<file path=ppt/tableStyles.xml><?xml version="1.0" encoding="utf-8"?>
<a:tblStyleLst xmlns:a="http://schemas.openxmlformats.org/drawingml/2006/main" def="{90CD7373-A4D3-4DF3-A2D8-700C5E7320B0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BF0-8251-4D98-017C-7CF8F8EBCAA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9D20B-C0BF-499F-5644-CBFAF514E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CC8C6C7-B931-40CA-7560-6A6BC8CE2429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C43-873F-45E8-5C69-684FA9E1435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8CA6-E75E-4243-A1E3-E30B6AD4C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1CA6AB8-819B-4705-56FB-FA9D5C16F9AB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493-CC7D-4562-7CD8-3507335E19B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33CF-9699-4656-105F-A84C9B27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CCA0332-E13E-45E5-0BEE-53A2E41E9558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C8A7B-7C6C-47B5-C982-FBDD289A1F9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C728-FD3C-496B-1F70-4E7ECAB4F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D58C650-372E-47D3-1250-0FB8E94970AD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86CB1-B54D-41F5-21D1-7DFDB174CE5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AF93-2CF1-4F1B-6839-0E1BAAC89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ABB9A25-A56F-499E-1973-3CEF8D54CF90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3878-94C5-47A5-44F5-5D86E3E0A48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5E7C-D4D7-4D64-AA33-D18BD4039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3D66ABC-505A-4361-B54B-63AA0D4A46BF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6FF4A-12A6-4823-D873-F18642D3F76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9A1-8D4A-4EC0-5186-22F7747B5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7F9713B-3820-4AEE-B3A0-EFD8ABA80770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7FF8-4B20-4CF9-1376-719AF0597ED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9C625-5726-4C23-FE37-187178CA90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F78DC3C-9987-4697-EABF-EFDA2B08E0FC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8968-13EF-43E3-3990-218319506E9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9CB3F-012B-41AB-21DE-EB609174F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5D3CAE5-46A9-4F1F-E80C-DC505D6DD660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0F5B-A585-40FF-490B-652B7FC1247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99FE-037C-4419-631C-B4D599BC13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78248F3-DA11-4528-12B3-5ABC13412531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26F8-2398-4BEE-5DB5-EE585174D09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7374A-D0F1-4F72-D68D-DA41EBD32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845CC2B-CCA3-427F-EDAF-6758092E2F4A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D3DB2-905E-4EE6-8CA5-EC9A69131BA9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EBD6A-8370-49F0-B751-56BCC980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469FEB9-68F2-4720-9DCF-BE520E90E5E7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Relationship Id="rId5" Type="http://schemas.openxmlformats.org/officeDocument/2006/relationships/image" Target="/ppt/media/image3.png"/><Relationship Id="rId6" Type="http://schemas.openxmlformats.org/officeDocument/2006/relationships/image" Target="/ppt/media/image4.png"/><Relationship Id="rId7" Type="http://schemas.openxmlformats.org/officeDocument/2006/relationships/image" Target="/ppt/media/image5.png"/><Relationship Id="rId8" Type="http://schemas.openxmlformats.org/officeDocument/2006/relationships/image" Target="/ppt/media/image6.png"/><Relationship Id="rId9" Type="http://schemas.openxmlformats.org/officeDocument/2006/relationships/image" Target="/ppt/media/image7.png"/><Relationship Id="rId10" Type="http://schemas.openxmlformats.org/officeDocument/2006/relationships/image" Target="/ppt/media/image8.png"/><Relationship Id="rId11" Type="http://schemas.openxmlformats.org/officeDocument/2006/relationships/image" Target="/ppt/media/image9.png"/><Relationship Id="rId12" Type="http://schemas.openxmlformats.org/officeDocument/2006/relationships/image" Target="/ppt/media/image10.png"/><Relationship Id="rId13" Type="http://schemas.openxmlformats.org/officeDocument/2006/relationships/image" Target="/ppt/media/image11.png"/><Relationship Id="rId14" Type="http://schemas.openxmlformats.org/officeDocument/2006/relationships/image" Target="/ppt/media/image12.png"/><Relationship Id="rId15" Type="http://schemas.openxmlformats.org/officeDocument/2006/relationships/image" Target="/ppt/media/image13.png"/><Relationship Id="rId16" Type="http://schemas.openxmlformats.org/officeDocument/2006/relationships/image" Target="/ppt/media/image14.png"/><Relationship Id="rId17" Type="http://schemas.openxmlformats.org/officeDocument/2006/relationships/image" Target="/ppt/media/image15.png"/><Relationship Id="rId18" Type="http://schemas.openxmlformats.org/officeDocument/2006/relationships/image" Target="/ppt/media/image16.png"/><Relationship Id="rId19" Type="http://schemas.openxmlformats.org/officeDocument/2006/relationships/image" Target="/ppt/media/image17.png"/><Relationship Id="rId20" Type="http://schemas.openxmlformats.org/officeDocument/2006/relationships/image" Target="/ppt/media/image18.png"/><Relationship Id="rId21" Type="http://schemas.openxmlformats.org/officeDocument/2006/relationships/image" Target="/ppt/media/image19.png"/><Relationship Id="rId22" Type="http://schemas.openxmlformats.org/officeDocument/2006/relationships/image" Target="/ppt/media/image20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Relationship Id="rId5" Type="http://schemas.openxmlformats.org/officeDocument/2006/relationships/image" Target="/ppt/media/image24.png"/><Relationship Id="rId6" Type="http://schemas.openxmlformats.org/officeDocument/2006/relationships/image" Target="/ppt/media/image25.png"/><Relationship Id="rId7" Type="http://schemas.openxmlformats.org/officeDocument/2006/relationships/image" Target="/ppt/media/image26.png"/><Relationship Id="rId8" Type="http://schemas.openxmlformats.org/officeDocument/2006/relationships/image" Target="/ppt/media/image27.png"/><Relationship Id="rId9" Type="http://schemas.openxmlformats.org/officeDocument/2006/relationships/image" Target="/ppt/media/image28.png"/><Relationship Id="rId10" Type="http://schemas.openxmlformats.org/officeDocument/2006/relationships/image" Target="/ppt/media/image29.png"/><Relationship Id="rId11" Type="http://schemas.openxmlformats.org/officeDocument/2006/relationships/image" Target="/ppt/media/image30.png"/><Relationship Id="rId12" Type="http://schemas.openxmlformats.org/officeDocument/2006/relationships/image" Target="/ppt/media/image31.png"/><Relationship Id="rId13" Type="http://schemas.openxmlformats.org/officeDocument/2006/relationships/image" Target="/ppt/media/image32.png"/><Relationship Id="rId14" Type="http://schemas.openxmlformats.org/officeDocument/2006/relationships/image" Target="/ppt/media/image33.png"/><Relationship Id="rId15" Type="http://schemas.openxmlformats.org/officeDocument/2006/relationships/image" Target="/ppt/media/image34.png"/><Relationship Id="rId16" Type="http://schemas.openxmlformats.org/officeDocument/2006/relationships/image" Target="/ppt/media/image35.png"/><Relationship Id="rId17" Type="http://schemas.openxmlformats.org/officeDocument/2006/relationships/image" Target="/ppt/media/image36.png"/><Relationship Id="rId18" Type="http://schemas.openxmlformats.org/officeDocument/2006/relationships/image" Target="/ppt/media/image37.png"/><Relationship Id="rId19" Type="http://schemas.openxmlformats.org/officeDocument/2006/relationships/image" Target="/ppt/media/image38.png"/><Relationship Id="rId20" Type="http://schemas.openxmlformats.org/officeDocument/2006/relationships/image" Target="/ppt/media/image39.png"/><Relationship Id="rId21" Type="http://schemas.openxmlformats.org/officeDocument/2006/relationships/image" Target="/ppt/media/image40.png"/><Relationship Id="rId22" Type="http://schemas.openxmlformats.org/officeDocument/2006/relationships/image" Target="/ppt/media/image41.png"/><Relationship Id="rId23" Type="http://schemas.openxmlformats.org/officeDocument/2006/relationships/image" Target="/ppt/media/image42.png"/><Relationship Id="rId24" Type="http://schemas.openxmlformats.org/officeDocument/2006/relationships/image" Target="/ppt/media/image43.png"/><Relationship Id="rId25" Type="http://schemas.openxmlformats.org/officeDocument/2006/relationships/image" Target="/ppt/media/image44.png"/><Relationship Id="rId26" Type="http://schemas.openxmlformats.org/officeDocument/2006/relationships/image" Target="/ppt/media/image45.png"/><Relationship Id="rId27" Type="http://schemas.openxmlformats.org/officeDocument/2006/relationships/image" Target="/ppt/media/image46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7.png"/><Relationship Id="rId3" Type="http://schemas.openxmlformats.org/officeDocument/2006/relationships/image" Target="/ppt/media/image48.png"/><Relationship Id="rId4" Type="http://schemas.openxmlformats.org/officeDocument/2006/relationships/image" Target="/ppt/media/image49.png"/><Relationship Id="rId5" Type="http://schemas.openxmlformats.org/officeDocument/2006/relationships/image" Target="/ppt/media/image50.png"/><Relationship Id="rId6" Type="http://schemas.openxmlformats.org/officeDocument/2006/relationships/image" Target="/ppt/media/image51.png"/><Relationship Id="rId7" Type="http://schemas.openxmlformats.org/officeDocument/2006/relationships/image" Target="/ppt/media/image52.png"/><Relationship Id="rId8" Type="http://schemas.openxmlformats.org/officeDocument/2006/relationships/image" Target="/ppt/media/image53.png"/><Relationship Id="rId9" Type="http://schemas.openxmlformats.org/officeDocument/2006/relationships/image" Target="/ppt/media/image54.png"/><Relationship Id="rId10" Type="http://schemas.openxmlformats.org/officeDocument/2006/relationships/image" Target="/ppt/media/image55.png"/><Relationship Id="rId11" Type="http://schemas.openxmlformats.org/officeDocument/2006/relationships/image" Target="/ppt/media/image56.png"/><Relationship Id="rId12" Type="http://schemas.openxmlformats.org/officeDocument/2006/relationships/image" Target="/ppt/media/image57.png"/><Relationship Id="rId13" Type="http://schemas.openxmlformats.org/officeDocument/2006/relationships/image" Target="/ppt/media/image58.png"/><Relationship Id="rId14" Type="http://schemas.openxmlformats.org/officeDocument/2006/relationships/image" Target="/ppt/media/image59.png"/><Relationship Id="rId15" Type="http://schemas.openxmlformats.org/officeDocument/2006/relationships/image" Target="/ppt/media/image60.png"/><Relationship Id="rId16" Type="http://schemas.openxmlformats.org/officeDocument/2006/relationships/image" Target="/ppt/media/image61.png"/><Relationship Id="rId17" Type="http://schemas.openxmlformats.org/officeDocument/2006/relationships/image" Target="/ppt/media/image62.png"/><Relationship Id="rId18" Type="http://schemas.openxmlformats.org/officeDocument/2006/relationships/image" Target="/ppt/media/image63.png"/><Relationship Id="rId19" Type="http://schemas.openxmlformats.org/officeDocument/2006/relationships/image" Target="/ppt/media/image64.png"/><Relationship Id="rId20" Type="http://schemas.openxmlformats.org/officeDocument/2006/relationships/image" Target="/ppt/media/image65.png"/><Relationship Id="rId21" Type="http://schemas.openxmlformats.org/officeDocument/2006/relationships/image" Target="/ppt/media/image66.png"/><Relationship Id="rId22" Type="http://schemas.openxmlformats.org/officeDocument/2006/relationships/image" Target="/ppt/media/image67.png"/><Relationship Id="rId23" Type="http://schemas.openxmlformats.org/officeDocument/2006/relationships/image" Target="/ppt/media/image68.png"/><Relationship Id="rId24" Type="http://schemas.openxmlformats.org/officeDocument/2006/relationships/image" Target="/ppt/media/image69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FCA8AB8-F8FF-4C8A-A5E4-F464A7AA822F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bination 2"/>
          <p:cNvGrpSpPr/>
          <p:nvPr/>
        </p:nvGrpSpPr>
        <p:grpSpPr>
          <a:xfrm>
            <a:off x="87630" y="670560"/>
            <a:ext cx="5635625" cy="742950"/>
            <a:chOff x="87630" y="670560"/>
            <a:chExt cx="5635625" cy="742950"/>
          </a:xfrm>
        </p:grpSpPr>
        <p:sp>
          <p:nvSpPr>
            <p:cNvPr id="3" name="VectorPath 3"/>
            <p:cNvSpPr/>
            <p:nvPr/>
          </p:nvSpPr>
          <p:spPr>
            <a:xfrm>
              <a:off x="87744" y="670814"/>
              <a:ext cx="5584581" cy="82385"/>
            </a:xfrm>
            <a:custGeom>
              <a:rect l="l" t="t" r="r" b="b"/>
              <a:pathLst>
                <a:path w="5584581" h="82385">
                  <a:moveTo>
                    <a:pt x="5584582" y="50242"/>
                  </a:moveTo>
                  <a:cubicBezTo>
                    <a:pt x="5584316" y="26117"/>
                    <a:pt x="5567012" y="5885"/>
                    <a:pt x="5544466" y="714"/>
                  </a:cubicBezTo>
                  <a:lnTo>
                    <a:pt x="5534340" y="0"/>
                  </a:lnTo>
                  <a:lnTo>
                    <a:pt x="50242" y="0"/>
                  </a:lnTo>
                  <a:cubicBezTo>
                    <a:pt x="26117" y="266"/>
                    <a:pt x="5885" y="17570"/>
                    <a:pt x="715" y="40115"/>
                  </a:cubicBezTo>
                  <a:lnTo>
                    <a:pt x="0" y="50242"/>
                  </a:lnTo>
                  <a:lnTo>
                    <a:pt x="0" y="82385"/>
                  </a:lnTo>
                  <a:lnTo>
                    <a:pt x="5584582" y="82385"/>
                  </a:lnTo>
                  <a:close/>
                </a:path>
              </a:pathLst>
            </a:custGeom>
            <a:solidFill>
              <a:srgbClr val="3333B3">
                <a:alpha val="100000"/>
              </a:srgbClr>
            </a:solidFill>
          </p:spPr>
        </p:sp>
        <p:sp>
          <p:nvSpPr>
            <p:cNvPr id="4" name="VectorPath 4"/>
            <p:cNvSpPr/>
            <p:nvPr/>
          </p:nvSpPr>
          <p:spPr>
            <a:xfrm>
              <a:off x="138544" y="734066"/>
              <a:ext cx="5584581" cy="679292"/>
            </a:xfrm>
            <a:custGeom>
              <a:rect l="l" t="t" r="r" b="b"/>
              <a:pathLst>
                <a:path w="5584581" h="679292">
                  <a:moveTo>
                    <a:pt x="0" y="679292"/>
                  </a:moveTo>
                  <a:lnTo>
                    <a:pt x="5584581" y="679292"/>
                  </a:lnTo>
                  <a:lnTo>
                    <a:pt x="5584581" y="0"/>
                  </a:lnTo>
                  <a:lnTo>
                    <a:pt x="0" y="0"/>
                  </a:lnTo>
                  <a:lnTo>
                    <a:pt x="0" y="67929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5" name="VectorPath 5"/>
            <p:cNvSpPr/>
            <p:nvPr/>
          </p:nvSpPr>
          <p:spPr>
            <a:xfrm>
              <a:off x="87744" y="715230"/>
              <a:ext cx="5584581" cy="647328"/>
            </a:xfrm>
            <a:custGeom>
              <a:rect l="l" t="t" r="r" b="b"/>
              <a:pathLst>
                <a:path w="5584581" h="647328">
                  <a:moveTo>
                    <a:pt x="5544466" y="646614"/>
                  </a:moveTo>
                  <a:cubicBezTo>
                    <a:pt x="5567012" y="641444"/>
                    <a:pt x="5584316" y="621212"/>
                    <a:pt x="5584582" y="597087"/>
                  </a:cubicBezTo>
                  <a:lnTo>
                    <a:pt x="5584582" y="0"/>
                  </a:lnTo>
                  <a:lnTo>
                    <a:pt x="0" y="0"/>
                  </a:lnTo>
                  <a:lnTo>
                    <a:pt x="0" y="597087"/>
                  </a:lnTo>
                  <a:lnTo>
                    <a:pt x="715" y="607214"/>
                  </a:lnTo>
                  <a:cubicBezTo>
                    <a:pt x="5885" y="629759"/>
                    <a:pt x="26117" y="647063"/>
                    <a:pt x="50242" y="647328"/>
                  </a:cubicBezTo>
                  <a:lnTo>
                    <a:pt x="5534340" y="647328"/>
                  </a:lnTo>
                  <a:close/>
                </a:path>
              </a:pathLst>
            </a:custGeom>
            <a:solidFill>
              <a:srgbClr val="3333B3">
                <a:alpha val="100000"/>
              </a:srgbClr>
            </a:solidFill>
          </p:spPr>
        </p:sp>
      </p:grpSp>
      <p:sp>
        <p:nvSpPr>
          <p:cNvPr id="6" name="TextBox6"/>
          <p:cNvSpPr txBox="1"/>
          <p:nvPr/>
        </p:nvSpPr>
        <p:spPr>
          <a:xfrm>
            <a:off x="2048510" y="815975"/>
            <a:ext cx="1663700" cy="419100"/>
          </a:xfrm>
          <a:prstGeom prst="rect">
            <a:avLst/>
          </a:prstGeom>
          <a:noFill/>
        </p:spPr>
        <p:txBody>
          <a:bodyPr wrap="square" lIns="0" rIns="0" bIns="0" tIns="16510" rtlCol="0">
            <a:spAutoFit/>
          </a:bodyPr>
          <a:lstStyle/>
          <a:p>
            <a:pPr marL="375920" marR="0" indent="0" eaLnBrk="0">
              <a:lnSpc>
                <a:spcPct val="91666"/>
              </a:lnSpc>
              <a:spcBef>
                <a:spcPts val="130"/>
              </a:spcBef>
              <a:spcAft>
                <a:spcPts val="394"/>
              </a:spcAft>
            </a:pPr>
            <a:r>
              <a:rPr lang="en-US" altLang="zh-CN" sz="1400" kern="0" spc="-1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这就是开源</a:t>
            </a:r>
          </a:p>
          <a:p>
            <a:pPr marL="0" marR="0" indent="0" eaLnBrk="0">
              <a:lnSpc>
                <a:spcPct val="100000"/>
              </a:lnSpc>
              <a:spcBef>
                <a:spcPts val="5"/>
              </a:spcBef>
            </a:pPr>
            <a:r>
              <a:rPr lang="en-US" altLang="zh-CN" sz="1050" kern="0" spc="-1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第一讲：从操作系统到开源</a:t>
            </a:r>
          </a:p>
        </p:txBody>
      </p:sp>
      <p:sp>
        <p:nvSpPr>
          <p:cNvPr id="7" name="TextBox7"/>
          <p:cNvSpPr txBox="1"/>
          <p:nvPr/>
        </p:nvSpPr>
        <p:spPr>
          <a:xfrm>
            <a:off x="2395220" y="1616710"/>
            <a:ext cx="969962" cy="72072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潘宇琦</a:t>
            </a:r>
            <a:r>
              <a:rPr baseline="0" lang="en-US" altLang="zh-CN" sz="1050" kern="0" spc="-1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申鹏威</a:t>
            </a:r>
          </a:p>
          <a:p>
            <a:pPr marL="0" marR="0" indent="0" eaLnBrk="0">
              <a:lnSpc>
                <a:spcPct val="90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6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69215" marR="0" indent="0" eaLnBrk="0">
              <a:lnSpc>
                <a:spcPct val="95238"/>
              </a:lnSpc>
              <a:spcBef>
                <a:spcPts val="100"/>
              </a:spcBef>
              <a:spcAft>
                <a:spcPts val="25"/>
              </a:spcAft>
            </a:pP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2026</a:t>
            </a:r>
            <a:r>
              <a:rPr baseline="0" lang="en-US" altLang="zh-CN" sz="1050" kern="0" spc="-1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年</a:t>
            </a:r>
            <a:r>
              <a:rPr baseline="0" lang="en-US" altLang="zh-CN" sz="1050" kern="0" spc="-1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10</a:t>
            </a:r>
            <a:r>
              <a:rPr baseline="0" lang="en-US" altLang="zh-CN" sz="1050" kern="0" spc="-1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月</a:t>
            </a:r>
          </a:p>
        </p:txBody>
      </p:sp>
      <p:grpSp>
        <p:nvGrpSpPr>
          <p:cNvPr id="8" name="Combination 8"/>
          <p:cNvGrpSpPr/>
          <p:nvPr/>
        </p:nvGrpSpPr>
        <p:grpSpPr>
          <a:xfrm>
            <a:off x="0" y="3032760"/>
            <a:ext cx="5760085" cy="207010"/>
            <a:chOff x="0" y="3032760"/>
            <a:chExt cx="5760085" cy="207010"/>
          </a:xfrm>
        </p:grpSpPr>
        <p:sp>
          <p:nvSpPr>
            <p:cNvPr id="9" name="VectorPath 9"/>
            <p:cNvSpPr/>
            <p:nvPr/>
          </p:nvSpPr>
          <p:spPr>
            <a:xfrm>
              <a:off x="4141509" y="3041497"/>
              <a:ext cx="25400" cy="38101"/>
            </a:xfrm>
            <a:custGeom>
              <a:rect l="l" t="t" r="r" b="b"/>
              <a:pathLst>
                <a:path w="25400" h="38101">
                  <a:moveTo>
                    <a:pt x="25400" y="0"/>
                  </a:moveTo>
                  <a:lnTo>
                    <a:pt x="0" y="19050"/>
                  </a:lnTo>
                  <a:lnTo>
                    <a:pt x="25400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  <p:sp>
          <p:nvSpPr>
            <p:cNvPr id="10" name="VectorPath 10"/>
            <p:cNvSpPr/>
            <p:nvPr/>
          </p:nvSpPr>
          <p:spPr>
            <a:xfrm>
              <a:off x="4319311" y="3041497"/>
              <a:ext cx="25400" cy="38101"/>
            </a:xfrm>
            <a:custGeom>
              <a:rect l="l" t="t" r="r" b="b"/>
              <a:pathLst>
                <a:path w="25400" h="38101">
                  <a:moveTo>
                    <a:pt x="25400" y="19050"/>
                  </a:moveTo>
                  <a:lnTo>
                    <a:pt x="0" y="0"/>
                  </a:lnTo>
                  <a:lnTo>
                    <a:pt x="0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  <p:sp>
          <p:nvSpPr>
            <p:cNvPr id="11" name="VectorPath 11"/>
            <p:cNvSpPr/>
            <p:nvPr/>
          </p:nvSpPr>
          <p:spPr>
            <a:xfrm>
              <a:off x="5597657" y="3060259"/>
              <a:ext cx="31057" cy="31056"/>
            </a:xfrm>
            <a:custGeom>
              <a:rect l="l" t="t" r="r" b="b"/>
              <a:pathLst>
                <a:path w="31057" h="31056">
                  <a:moveTo>
                    <a:pt x="5368" y="5368"/>
                  </a:moveTo>
                  <a:lnTo>
                    <a:pt x="25689" y="25688"/>
                  </a:lnTo>
                </a:path>
              </a:pathLst>
            </a:custGeom>
            <a:ln w="7592" cap="flat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12" name="VectorPath 12"/>
            <p:cNvSpPr/>
            <p:nvPr/>
          </p:nvSpPr>
          <p:spPr>
            <a:xfrm>
              <a:off x="5573432" y="3036602"/>
              <a:ext cx="35427" cy="35428"/>
            </a:xfrm>
            <a:custGeom>
              <a:rect l="l" t="t" r="r" b="b"/>
              <a:pathLst>
                <a:path w="35427" h="35428">
                  <a:moveTo>
                    <a:pt x="32897" y="17714"/>
                  </a:moveTo>
                  <a:cubicBezTo>
                    <a:pt x="32897" y="9328"/>
                    <a:pt x="26099" y="2530"/>
                    <a:pt x="17714" y="2530"/>
                  </a:cubicBezTo>
                  <a:cubicBezTo>
                    <a:pt x="9328" y="2530"/>
                    <a:pt x="2530" y="9328"/>
                    <a:pt x="2530" y="17714"/>
                  </a:cubicBezTo>
                  <a:cubicBezTo>
                    <a:pt x="2530" y="26099"/>
                    <a:pt x="9328" y="32897"/>
                    <a:pt x="17714" y="32897"/>
                  </a:cubicBezTo>
                  <a:cubicBezTo>
                    <a:pt x="26099" y="32897"/>
                    <a:pt x="32897" y="26099"/>
                    <a:pt x="32897" y="17714"/>
                  </a:cubicBezTo>
                </a:path>
              </a:pathLst>
            </a:custGeom>
            <a:ln w="5061" cap="flat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13" name="VectorPath 13"/>
            <p:cNvSpPr/>
            <p:nvPr/>
          </p:nvSpPr>
          <p:spPr>
            <a:xfrm>
              <a:off x="5477540" y="3032617"/>
              <a:ext cx="240811" cy="55862"/>
            </a:xfrm>
            <a:custGeom>
              <a:rect l="l" t="t" r="r" b="b"/>
              <a:pathLst>
                <a:path w="240811" h="55718">
                  <a:moveTo>
                    <a:pt x="44205" y="53188"/>
                  </a:moveTo>
                  <a:cubicBezTo>
                    <a:pt x="57933" y="53188"/>
                    <a:pt x="69605" y="41758"/>
                    <a:pt x="69605" y="27787"/>
                  </a:cubicBezTo>
                  <a:cubicBezTo>
                    <a:pt x="69605" y="13817"/>
                    <a:pt x="58174" y="2387"/>
                    <a:pt x="44205" y="2387"/>
                  </a:cubicBezTo>
                  <a:cubicBezTo>
                    <a:pt x="30234" y="2387"/>
                    <a:pt x="18804" y="13817"/>
                    <a:pt x="18804" y="27787"/>
                  </a:cubicBezTo>
                  <a:moveTo>
                    <a:pt x="34044" y="20167"/>
                  </a:moveTo>
                  <a:lnTo>
                    <a:pt x="18804" y="32867"/>
                  </a:lnTo>
                  <a:lnTo>
                    <a:pt x="3564" y="20167"/>
                  </a:lnTo>
                  <a:moveTo>
                    <a:pt x="196607" y="53188"/>
                  </a:moveTo>
                  <a:cubicBezTo>
                    <a:pt x="182636" y="53188"/>
                    <a:pt x="171206" y="41758"/>
                    <a:pt x="171206" y="27787"/>
                  </a:cubicBezTo>
                  <a:cubicBezTo>
                    <a:pt x="171206" y="13817"/>
                    <a:pt x="182636" y="2387"/>
                    <a:pt x="196607" y="2387"/>
                  </a:cubicBezTo>
                  <a:cubicBezTo>
                    <a:pt x="210576" y="2387"/>
                    <a:pt x="222007" y="13817"/>
                    <a:pt x="222007" y="27787"/>
                  </a:cubicBezTo>
                  <a:moveTo>
                    <a:pt x="237247" y="20167"/>
                  </a:moveTo>
                  <a:lnTo>
                    <a:pt x="222007" y="32867"/>
                  </a:lnTo>
                  <a:lnTo>
                    <a:pt x="206766" y="20167"/>
                  </a:lnTo>
                </a:path>
              </a:pathLst>
            </a:custGeom>
            <a:ln w="5061" cap="rnd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14" name="VectorPath 14"/>
            <p:cNvSpPr/>
            <p:nvPr/>
          </p:nvSpPr>
          <p:spPr>
            <a:xfrm>
              <a:off x="0" y="3130220"/>
              <a:ext cx="1919974" cy="109550"/>
            </a:xfrm>
            <a:custGeom>
              <a:rect l="l" t="t" r="r" b="b"/>
              <a:pathLst>
                <a:path w="1919974" h="109550">
                  <a:moveTo>
                    <a:pt x="0" y="109550"/>
                  </a:moveTo>
                  <a:lnTo>
                    <a:pt x="1919974" y="109550"/>
                  </a:lnTo>
                  <a:lnTo>
                    <a:pt x="1919974" y="0"/>
                  </a:lnTo>
                  <a:lnTo>
                    <a:pt x="0" y="0"/>
                  </a:lnTo>
                  <a:lnTo>
                    <a:pt x="0" y="109550"/>
                  </a:lnTo>
                  <a:close/>
                </a:path>
              </a:pathLst>
            </a:custGeom>
            <a:solidFill>
              <a:srgbClr val="1A1A59">
                <a:alpha val="100000"/>
              </a:srgbClr>
            </a:solidFill>
          </p:spPr>
        </p:sp>
        <p:sp>
          <p:nvSpPr>
            <p:cNvPr id="15" name="VectorPath 15"/>
            <p:cNvSpPr/>
            <p:nvPr/>
          </p:nvSpPr>
          <p:spPr>
            <a:xfrm>
              <a:off x="1919973" y="3130220"/>
              <a:ext cx="1919974" cy="109550"/>
            </a:xfrm>
            <a:custGeom>
              <a:rect l="l" t="t" r="r" b="b"/>
              <a:pathLst>
                <a:path w="1919974" h="109550">
                  <a:moveTo>
                    <a:pt x="0" y="109550"/>
                  </a:moveTo>
                  <a:lnTo>
                    <a:pt x="1919974" y="109550"/>
                  </a:lnTo>
                  <a:lnTo>
                    <a:pt x="1919974" y="0"/>
                  </a:lnTo>
                  <a:lnTo>
                    <a:pt x="0" y="0"/>
                  </a:lnTo>
                  <a:lnTo>
                    <a:pt x="0" y="109550"/>
                  </a:lnTo>
                  <a:close/>
                </a:path>
              </a:pathLst>
            </a:custGeom>
            <a:solidFill>
              <a:srgbClr val="262686">
                <a:alpha val="100000"/>
              </a:srgbClr>
            </a:solidFill>
          </p:spPr>
        </p:sp>
        <p:sp>
          <p:nvSpPr>
            <p:cNvPr id="16" name="VectorPath 16"/>
            <p:cNvSpPr/>
            <p:nvPr/>
          </p:nvSpPr>
          <p:spPr>
            <a:xfrm>
              <a:off x="3839947" y="3130220"/>
              <a:ext cx="1919974" cy="109550"/>
            </a:xfrm>
            <a:custGeom>
              <a:rect l="l" t="t" r="r" b="b"/>
              <a:pathLst>
                <a:path w="1919974" h="109550">
                  <a:moveTo>
                    <a:pt x="0" y="109550"/>
                  </a:moveTo>
                  <a:lnTo>
                    <a:pt x="1919974" y="109550"/>
                  </a:lnTo>
                  <a:lnTo>
                    <a:pt x="1919974" y="0"/>
                  </a:lnTo>
                  <a:lnTo>
                    <a:pt x="0" y="0"/>
                  </a:lnTo>
                  <a:lnTo>
                    <a:pt x="0" y="109550"/>
                  </a:lnTo>
                  <a:close/>
                </a:path>
              </a:pathLst>
            </a:custGeom>
            <a:solidFill>
              <a:srgbClr val="3333B3">
                <a:alpha val="100000"/>
              </a:srgbClr>
            </a:solidFill>
          </p:spPr>
        </p:sp>
      </p:grpSp>
      <p:sp>
        <p:nvSpPr>
          <p:cNvPr id="17" name="TextBox17"/>
          <p:cNvSpPr txBox="1"/>
          <p:nvPr/>
        </p:nvSpPr>
        <p:spPr>
          <a:xfrm>
            <a:off x="694055" y="3141345"/>
            <a:ext cx="531812" cy="841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242"/>
              </a:lnSpc>
            </a:pP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潘宇琦</a:t>
            </a:r>
            <a:r>
              <a:rPr baseline="0" lang="en-US" altLang="zh-CN" sz="550" kern="0" spc="-1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申鹏威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2689860" y="3141345"/>
            <a:ext cx="381000" cy="841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242"/>
              </a:lnSpc>
            </a:pPr>
            <a:r>
              <a:rPr lang="en-US" altLang="zh-CN" sz="550" kern="0" spc="-1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这就是开源</a:t>
            </a:r>
          </a:p>
        </p:txBody>
      </p:sp>
      <p:sp>
        <p:nvSpPr>
          <p:cNvPr id="19" name="VectorPath 19"/>
          <p:cNvSpPr/>
          <p:nvPr/>
        </p:nvSpPr>
        <p:spPr>
          <a:xfrm>
            <a:off x="4768850" y="3044190"/>
            <a:ext cx="45085" cy="7620"/>
          </a:xfrm>
          <a:custGeom>
            <a:rect l="l" t="t" r="r" b="b"/>
            <a:pathLst>
              <a:path w="45085" h="7453">
                <a:moveTo>
                  <a:pt x="3494" y="3657"/>
                </a:moveTo>
                <a:lnTo>
                  <a:pt x="41595" y="3657"/>
                </a:lnTo>
              </a:path>
            </a:pathLst>
          </a:custGeom>
          <a:ln w="7592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grpSp>
        <p:nvGrpSpPr>
          <p:cNvPr id="20" name="Combination 20"/>
          <p:cNvGrpSpPr/>
          <p:nvPr/>
        </p:nvGrpSpPr>
        <p:grpSpPr>
          <a:xfrm>
            <a:off x="4683760" y="3031490"/>
            <a:ext cx="473710" cy="48260"/>
            <a:chOff x="4683760" y="3031490"/>
            <a:chExt cx="473710" cy="48260"/>
          </a:xfrm>
        </p:grpSpPr>
        <p:sp>
          <p:nvSpPr>
            <p:cNvPr id="21" name="VectorPath 21"/>
            <p:cNvSpPr/>
            <p:nvPr/>
          </p:nvSpPr>
          <p:spPr>
            <a:xfrm>
              <a:off x="5026816" y="3031352"/>
              <a:ext cx="58393" cy="32992"/>
            </a:xfrm>
            <a:custGeom>
              <a:rect l="l" t="t" r="r" b="b"/>
              <a:pathLst>
                <a:path w="58393" h="32853">
                  <a:moveTo>
                    <a:pt x="3796" y="3657"/>
                  </a:moveTo>
                  <a:lnTo>
                    <a:pt x="41896" y="3657"/>
                  </a:lnTo>
                  <a:moveTo>
                    <a:pt x="16496" y="16357"/>
                  </a:moveTo>
                  <a:lnTo>
                    <a:pt x="54597" y="16357"/>
                  </a:lnTo>
                  <a:moveTo>
                    <a:pt x="16496" y="29057"/>
                  </a:moveTo>
                  <a:lnTo>
                    <a:pt x="54597" y="29057"/>
                  </a:lnTo>
                </a:path>
              </a:pathLst>
            </a:custGeom>
            <a:ln w="7592" cap="flat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22" name="VectorPath 22"/>
            <p:cNvSpPr/>
            <p:nvPr/>
          </p:nvSpPr>
          <p:spPr>
            <a:xfrm>
              <a:off x="4683443" y="3041497"/>
              <a:ext cx="203202" cy="38101"/>
            </a:xfrm>
            <a:custGeom>
              <a:rect l="l" t="t" r="r" b="b"/>
              <a:pathLst>
                <a:path w="202886" h="38101">
                  <a:moveTo>
                    <a:pt x="25084" y="0"/>
                  </a:moveTo>
                  <a:lnTo>
                    <a:pt x="-317" y="19050"/>
                  </a:lnTo>
                  <a:lnTo>
                    <a:pt x="25084" y="38101"/>
                  </a:lnTo>
                  <a:close/>
                  <a:moveTo>
                    <a:pt x="202886" y="19050"/>
                  </a:moveTo>
                  <a:lnTo>
                    <a:pt x="177486" y="0"/>
                  </a:lnTo>
                  <a:lnTo>
                    <a:pt x="177486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  <p:sp>
          <p:nvSpPr>
            <p:cNvPr id="23" name="VectorPath 23"/>
            <p:cNvSpPr/>
            <p:nvPr/>
          </p:nvSpPr>
          <p:spPr>
            <a:xfrm>
              <a:off x="4954411" y="3041497"/>
              <a:ext cx="203202" cy="38101"/>
            </a:xfrm>
            <a:custGeom>
              <a:rect l="l" t="t" r="r" b="b"/>
              <a:pathLst>
                <a:path w="203060" h="38101">
                  <a:moveTo>
                    <a:pt x="25400" y="0"/>
                  </a:moveTo>
                  <a:lnTo>
                    <a:pt x="0" y="19050"/>
                  </a:lnTo>
                  <a:lnTo>
                    <a:pt x="25400" y="38101"/>
                  </a:lnTo>
                  <a:close/>
                  <a:moveTo>
                    <a:pt x="203202" y="19050"/>
                  </a:moveTo>
                  <a:lnTo>
                    <a:pt x="177802" y="0"/>
                  </a:lnTo>
                  <a:lnTo>
                    <a:pt x="177802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</p:grpSp>
      <p:sp>
        <p:nvSpPr>
          <p:cNvPr id="24" name="VectorPath 24"/>
          <p:cNvSpPr/>
          <p:nvPr/>
        </p:nvSpPr>
        <p:spPr>
          <a:xfrm>
            <a:off x="4218305" y="3042920"/>
            <a:ext cx="48260" cy="35560"/>
          </a:xfrm>
          <a:custGeom>
            <a:rect l="l" t="t" r="r" b="b"/>
            <a:pathLst>
              <a:path w="47970" h="35427">
                <a:moveTo>
                  <a:pt x="2531" y="32897"/>
                </a:moveTo>
                <a:lnTo>
                  <a:pt x="45550" y="32897"/>
                </a:lnTo>
                <a:lnTo>
                  <a:pt x="45550" y="2530"/>
                </a:lnTo>
                <a:lnTo>
                  <a:pt x="2531" y="2530"/>
                </a:lnTo>
                <a:lnTo>
                  <a:pt x="2531" y="32897"/>
                </a:lnTo>
                <a:close/>
              </a:path>
            </a:pathLst>
          </a:custGeom>
          <a:ln w="5061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sp>
        <p:nvSpPr>
          <p:cNvPr id="25" name="VectorPath 25"/>
          <p:cNvSpPr/>
          <p:nvPr/>
        </p:nvSpPr>
        <p:spPr>
          <a:xfrm>
            <a:off x="4472940" y="3032760"/>
            <a:ext cx="69215" cy="55880"/>
          </a:xfrm>
          <a:custGeom>
            <a:rect l="l" t="t" r="r" b="b"/>
            <a:pathLst>
              <a:path w="68894" h="55718">
                <a:moveTo>
                  <a:pt x="2530" y="53188"/>
                </a:moveTo>
                <a:lnTo>
                  <a:pt x="45550" y="53188"/>
                </a:lnTo>
                <a:lnTo>
                  <a:pt x="45550" y="22821"/>
                </a:lnTo>
                <a:lnTo>
                  <a:pt x="2530" y="22821"/>
                </a:lnTo>
                <a:lnTo>
                  <a:pt x="2530" y="53188"/>
                </a:lnTo>
                <a:close/>
                <a:moveTo>
                  <a:pt x="13022" y="22707"/>
                </a:moveTo>
                <a:lnTo>
                  <a:pt x="13022" y="12547"/>
                </a:lnTo>
                <a:lnTo>
                  <a:pt x="56203" y="12547"/>
                </a:lnTo>
                <a:lnTo>
                  <a:pt x="56203" y="43028"/>
                </a:lnTo>
                <a:lnTo>
                  <a:pt x="46043" y="43028"/>
                </a:lnTo>
                <a:moveTo>
                  <a:pt x="23183" y="12547"/>
                </a:moveTo>
                <a:lnTo>
                  <a:pt x="23183" y="2387"/>
                </a:lnTo>
                <a:lnTo>
                  <a:pt x="66363" y="2387"/>
                </a:lnTo>
                <a:lnTo>
                  <a:pt x="66363" y="32867"/>
                </a:lnTo>
                <a:lnTo>
                  <a:pt x="56203" y="32867"/>
                </a:lnTo>
              </a:path>
            </a:pathLst>
          </a:custGeom>
          <a:ln w="5061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sp>
        <p:nvSpPr>
          <p:cNvPr id="26" name="VectorPath 26"/>
          <p:cNvSpPr/>
          <p:nvPr/>
        </p:nvSpPr>
        <p:spPr>
          <a:xfrm>
            <a:off x="4756150" y="3031490"/>
            <a:ext cx="57785" cy="58420"/>
          </a:xfrm>
          <a:custGeom>
            <a:rect l="l" t="t" r="r" b="b"/>
            <a:pathLst>
              <a:path w="57785" h="58253">
                <a:moveTo>
                  <a:pt x="3494" y="3657"/>
                </a:moveTo>
                <a:lnTo>
                  <a:pt x="41594" y="3657"/>
                </a:lnTo>
                <a:moveTo>
                  <a:pt x="16194" y="29057"/>
                </a:moveTo>
                <a:lnTo>
                  <a:pt x="54295" y="29057"/>
                </a:lnTo>
                <a:moveTo>
                  <a:pt x="3494" y="41758"/>
                </a:moveTo>
                <a:lnTo>
                  <a:pt x="41594" y="41758"/>
                </a:lnTo>
                <a:moveTo>
                  <a:pt x="16194" y="54458"/>
                </a:moveTo>
                <a:lnTo>
                  <a:pt x="54295" y="54458"/>
                </a:lnTo>
              </a:path>
            </a:pathLst>
          </a:custGeom>
          <a:ln w="7592" cap="flat" cmpd="sng">
            <a:solidFill>
              <a:srgbClr val="D6D6F0">
                <a:alpha val="100000"/>
              </a:srgbClr>
            </a:solidFill>
            <a:miter lim="1000000"/>
          </a:ln>
        </p:spPr>
      </p:sp>
      <p:sp>
        <p:nvSpPr>
          <p:cNvPr id="27" name="VectorPath 27"/>
          <p:cNvSpPr/>
          <p:nvPr/>
        </p:nvSpPr>
        <p:spPr>
          <a:xfrm>
            <a:off x="5026660" y="3069590"/>
            <a:ext cx="58420" cy="20320"/>
          </a:xfrm>
          <a:custGeom>
            <a:rect l="l" t="t" r="r" b="b"/>
            <a:pathLst>
              <a:path w="58265" h="20153">
                <a:moveTo>
                  <a:pt x="3796" y="3658"/>
                </a:moveTo>
                <a:lnTo>
                  <a:pt x="41896" y="3658"/>
                </a:lnTo>
                <a:moveTo>
                  <a:pt x="16496" y="16358"/>
                </a:moveTo>
                <a:lnTo>
                  <a:pt x="54597" y="16358"/>
                </a:lnTo>
              </a:path>
            </a:pathLst>
          </a:custGeom>
          <a:ln w="7592" cap="flat" cmpd="sng">
            <a:solidFill>
              <a:srgbClr val="D6D6F0">
                <a:alpha val="100000"/>
              </a:srgbClr>
            </a:solidFill>
            <a:miter lim="1000000"/>
          </a:ln>
        </p:spPr>
      </p:sp>
      <p:sp>
        <p:nvSpPr>
          <p:cNvPr id="28" name="VectorPath 28"/>
          <p:cNvSpPr/>
          <p:nvPr/>
        </p:nvSpPr>
        <p:spPr>
          <a:xfrm>
            <a:off x="5297805" y="3031490"/>
            <a:ext cx="58420" cy="58420"/>
          </a:xfrm>
          <a:custGeom>
            <a:rect l="l" t="t" r="r" b="b"/>
            <a:pathLst>
              <a:path w="58370" h="58253">
                <a:moveTo>
                  <a:pt x="3773" y="3657"/>
                </a:moveTo>
                <a:lnTo>
                  <a:pt x="41873" y="3657"/>
                </a:lnTo>
                <a:moveTo>
                  <a:pt x="16473" y="16357"/>
                </a:moveTo>
                <a:lnTo>
                  <a:pt x="54574" y="16357"/>
                </a:lnTo>
                <a:moveTo>
                  <a:pt x="16473" y="29057"/>
                </a:moveTo>
                <a:lnTo>
                  <a:pt x="54574" y="29057"/>
                </a:lnTo>
                <a:moveTo>
                  <a:pt x="3773" y="41758"/>
                </a:moveTo>
                <a:lnTo>
                  <a:pt x="41873" y="41758"/>
                </a:lnTo>
                <a:moveTo>
                  <a:pt x="16473" y="54458"/>
                </a:moveTo>
                <a:lnTo>
                  <a:pt x="54574" y="54458"/>
                </a:lnTo>
              </a:path>
            </a:pathLst>
          </a:custGeom>
          <a:ln w="7592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sp>
        <p:nvSpPr>
          <p:cNvPr id="29" name="TextBox29"/>
          <p:cNvSpPr txBox="1"/>
          <p:nvPr/>
        </p:nvSpPr>
        <p:spPr>
          <a:xfrm>
            <a:off x="4344035" y="3138170"/>
            <a:ext cx="1349375" cy="87312"/>
          </a:xfrm>
          <a:prstGeom prst="rect">
            <a:avLst/>
          </a:prstGeom>
          <a:noFill/>
        </p:spPr>
        <p:txBody>
          <a:bodyPr wrap="square" lIns="0" rIns="0" bIns="0" tIns="635" rtlCol="0">
            <a:spAutoFit/>
          </a:bodyPr>
          <a:lstStyle/>
          <a:p>
            <a:pPr marL="0" marR="0" indent="0" eaLnBrk="0">
              <a:lnSpc>
                <a:spcPct val="103030"/>
              </a:lnSpc>
              <a:spcBef>
                <a:spcPts val="5"/>
              </a:spcBef>
            </a:pP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2026</a:t>
            </a:r>
            <a:r>
              <a:rPr baseline="0" lang="en-US" altLang="zh-CN" sz="550" kern="0" spc="5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年</a:t>
            </a:r>
            <a:r>
              <a:rPr baseline="0" lang="en-US" altLang="zh-CN" sz="550" kern="0" spc="5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10</a:t>
            </a:r>
            <a:r>
              <a:rPr baseline="0" lang="en-US" altLang="zh-CN" sz="550" kern="0" spc="5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月</a:t>
            </a:r>
            <a:r>
              <a:rPr baseline="0" lang="en-US" altLang="zh-CN" sz="550" kern="0" spc="5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27</a:t>
            </a:r>
            <a:r>
              <a:rPr baseline="0" lang="en-US" altLang="zh-CN" sz="550" kern="0" spc="5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日</a:t>
            </a:r>
            <a:r>
              <a:rPr baseline="0" lang="en-US" altLang="zh-CN" sz="550" kern="0" spc="350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baseline="0" lang="en-US" altLang="zh-CN" sz="550" kern="0" spc="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</a:t>
            </a:r>
            <a:r>
              <a:rPr baseline="0" lang="en-US" altLang="zh-CN" sz="5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26</a:t>
            </a:r>
          </a:p>
        </p:txBody>
      </p:sp>
      <p:sp>
        <p:nvSpPr>
          <p:cNvPr id="30" name="VectorPath 30"/>
          <p:cNvSpPr/>
          <p:nvPr/>
        </p:nvSpPr>
        <p:spPr>
          <a:xfrm>
            <a:off x="4412615" y="3041650"/>
            <a:ext cx="203200" cy="38100"/>
          </a:xfrm>
          <a:custGeom>
            <a:rect l="l" t="t" r="r" b="b"/>
            <a:pathLst>
              <a:path w="203063" h="37948">
                <a:moveTo>
                  <a:pt x="25261" y="-153"/>
                </a:moveTo>
                <a:lnTo>
                  <a:pt x="-140" y="18897"/>
                </a:lnTo>
                <a:lnTo>
                  <a:pt x="25261" y="37948"/>
                </a:lnTo>
                <a:close/>
                <a:moveTo>
                  <a:pt x="203063" y="18897"/>
                </a:moveTo>
                <a:lnTo>
                  <a:pt x="177663" y="-153"/>
                </a:lnTo>
                <a:lnTo>
                  <a:pt x="177663" y="37948"/>
                </a:lnTo>
                <a:close/>
              </a:path>
            </a:pathLst>
          </a:custGeom>
          <a:solidFill>
            <a:srgbClr val="D6D6F0">
              <a:alpha val="100000"/>
            </a:srgbClr>
          </a:solidFill>
        </p:spPr>
      </p:sp>
      <p:pic>
        <p:nvPicPr>
          <p:cNvPr id="31" name="5111CA63-9E23-45B0-2371-2380CC90D7D2"/>
          <p:cNvPicPr>
            <a:picLocks noChangeAspect="1"/>
          </p:cNvPicPr>
          <p:nvPr/>
        </p:nvPicPr>
        <p:blipFill>
          <a:blip r:embed="rId2" cstate="print">
            <a:extLst>
              <a:ext uri="{DBB7E5D4-5B8B-4861-0D1C-181B6BCCE4FD}"/>
            </a:extLst>
          </a:blip>
          <a:srcRect/>
          <a:stretch>
            <a:fillRect/>
          </a:stretch>
        </p:blipFill>
        <p:spPr>
          <a:xfrm>
            <a:off x="4116070" y="3003550"/>
            <a:ext cx="80433" cy="122767"/>
          </a:xfrm>
          <a:prstGeom prst="rect">
            <a:avLst/>
          </a:prstGeom>
        </p:spPr>
      </p:pic>
      <p:pic>
        <p:nvPicPr>
          <p:cNvPr id="32" name="F68AEC24-BFF7-4E87-0A3D-9EEE482FB034"/>
          <p:cNvPicPr>
            <a:picLocks noChangeAspect="1"/>
          </p:cNvPicPr>
          <p:nvPr/>
        </p:nvPicPr>
        <p:blipFill>
          <a:blip r:embed="rId3" cstate="print">
            <a:extLst>
              <a:ext uri="{CC3A20E6-1CC7-416C-614D-06E1EB36C98A}"/>
            </a:extLst>
          </a:blip>
          <a:srcRect/>
          <a:stretch>
            <a:fillRect/>
          </a:stretch>
        </p:blipFill>
        <p:spPr>
          <a:xfrm>
            <a:off x="4192270" y="3003550"/>
            <a:ext cx="105833" cy="122767"/>
          </a:xfrm>
          <a:prstGeom prst="rect">
            <a:avLst/>
          </a:prstGeom>
        </p:spPr>
      </p:pic>
      <p:pic>
        <p:nvPicPr>
          <p:cNvPr id="33" name="7DD7255A-3CF9-434A-5C05-E551166256D8"/>
          <p:cNvPicPr>
            <a:picLocks noChangeAspect="1"/>
          </p:cNvPicPr>
          <p:nvPr/>
        </p:nvPicPr>
        <p:blipFill>
          <a:blip r:embed="rId4" cstate="print">
            <a:extLst>
              <a:ext uri="{20F3DC91-2F1A-420E-729B-3A5D61758471}"/>
            </a:extLst>
          </a:blip>
          <a:srcRect/>
          <a:stretch>
            <a:fillRect/>
          </a:stretch>
        </p:blipFill>
        <p:spPr>
          <a:xfrm>
            <a:off x="4293235" y="3003550"/>
            <a:ext cx="80433" cy="122767"/>
          </a:xfrm>
          <a:prstGeom prst="rect">
            <a:avLst/>
          </a:prstGeom>
        </p:spPr>
      </p:pic>
      <p:pic>
        <p:nvPicPr>
          <p:cNvPr id="34" name="5FD5C3CD-4DE1-4386-F375-9FEEE47F9373"/>
          <p:cNvPicPr>
            <a:picLocks noChangeAspect="1"/>
          </p:cNvPicPr>
          <p:nvPr/>
        </p:nvPicPr>
        <p:blipFill>
          <a:blip r:embed="rId5" cstate="print">
            <a:extLst>
              <a:ext uri="{DEF61583-56F6-456C-CC54-0CBF104FDFCC}"/>
            </a:extLst>
          </a:blip>
          <a:srcRect/>
          <a:stretch>
            <a:fillRect/>
          </a:stretch>
        </p:blipFill>
        <p:spPr>
          <a:xfrm>
            <a:off x="4387215" y="3003550"/>
            <a:ext cx="67733" cy="122767"/>
          </a:xfrm>
          <a:prstGeom prst="rect">
            <a:avLst/>
          </a:prstGeom>
        </p:spPr>
      </p:pic>
      <p:pic>
        <p:nvPicPr>
          <p:cNvPr id="35" name="0BF74A41-EBBD-4F8C-C2C1-65F648753100"/>
          <p:cNvPicPr>
            <a:picLocks noChangeAspect="1"/>
          </p:cNvPicPr>
          <p:nvPr/>
        </p:nvPicPr>
        <p:blipFill>
          <a:blip r:embed="rId6" cstate="print">
            <a:extLst>
              <a:ext uri="{1A241D0D-D692-44C1-96FA-7CF77F14E241}"/>
            </a:extLst>
          </a:blip>
          <a:srcRect/>
          <a:stretch>
            <a:fillRect/>
          </a:stretch>
        </p:blipFill>
        <p:spPr>
          <a:xfrm>
            <a:off x="4450080" y="3003550"/>
            <a:ext cx="67733" cy="122767"/>
          </a:xfrm>
          <a:prstGeom prst="rect">
            <a:avLst/>
          </a:prstGeom>
        </p:spPr>
      </p:pic>
      <p:pic>
        <p:nvPicPr>
          <p:cNvPr id="36" name="1587082F-C673-4F2C-8110-10069964A685"/>
          <p:cNvPicPr>
            <a:picLocks noChangeAspect="1"/>
          </p:cNvPicPr>
          <p:nvPr/>
        </p:nvPicPr>
        <p:blipFill>
          <a:blip r:embed="rId7" cstate="print">
            <a:extLst>
              <a:ext uri="{88EA1AFA-97AA-4CC5-5D47-F87FC7D65E4F}"/>
            </a:extLst>
          </a:blip>
          <a:srcRect/>
          <a:stretch>
            <a:fillRect/>
          </a:stretch>
        </p:blipFill>
        <p:spPr>
          <a:xfrm>
            <a:off x="4513580" y="3003550"/>
            <a:ext cx="67733" cy="122767"/>
          </a:xfrm>
          <a:prstGeom prst="rect">
            <a:avLst/>
          </a:prstGeom>
        </p:spPr>
      </p:pic>
      <p:pic>
        <p:nvPicPr>
          <p:cNvPr id="37" name="28D751F4-AE11-4840-D158-2D2EA5F8FB0C"/>
          <p:cNvPicPr>
            <a:picLocks noChangeAspect="1"/>
          </p:cNvPicPr>
          <p:nvPr/>
        </p:nvPicPr>
        <p:blipFill>
          <a:blip r:embed="rId8" cstate="print">
            <a:extLst>
              <a:ext uri="{59E25E7A-EFCE-40E0-0E96-F7E8DB9F1AED}"/>
            </a:extLst>
          </a:blip>
          <a:srcRect/>
          <a:stretch>
            <a:fillRect/>
          </a:stretch>
        </p:blipFill>
        <p:spPr>
          <a:xfrm>
            <a:off x="4577080" y="3003550"/>
            <a:ext cx="67733" cy="122767"/>
          </a:xfrm>
          <a:prstGeom prst="rect">
            <a:avLst/>
          </a:prstGeom>
        </p:spPr>
      </p:pic>
      <p:pic>
        <p:nvPicPr>
          <p:cNvPr id="38" name="DFA3F2B0-18E2-4989-E41C-5346B0D25EF0"/>
          <p:cNvPicPr>
            <a:picLocks noChangeAspect="1"/>
          </p:cNvPicPr>
          <p:nvPr/>
        </p:nvPicPr>
        <p:blipFill>
          <a:blip r:embed="rId9" cstate="print">
            <a:extLst>
              <a:ext uri="{F417D523-C454-434C-8C97-562BB302A25F}"/>
            </a:extLst>
          </a:blip>
          <a:srcRect/>
          <a:stretch>
            <a:fillRect/>
          </a:stretch>
        </p:blipFill>
        <p:spPr>
          <a:xfrm>
            <a:off x="4658360" y="3003550"/>
            <a:ext cx="67733" cy="122767"/>
          </a:xfrm>
          <a:prstGeom prst="rect">
            <a:avLst/>
          </a:prstGeom>
        </p:spPr>
      </p:pic>
      <p:pic>
        <p:nvPicPr>
          <p:cNvPr id="39" name="F302113A-276B-4B70-3B2C-0064A3EDFA02"/>
          <p:cNvPicPr>
            <a:picLocks noChangeAspect="1"/>
          </p:cNvPicPr>
          <p:nvPr/>
        </p:nvPicPr>
        <p:blipFill>
          <a:blip r:embed="rId10" cstate="print">
            <a:extLst>
              <a:ext uri="{BE057153-251D-426E-807B-E644AEEFE418}"/>
            </a:extLst>
          </a:blip>
          <a:srcRect/>
          <a:stretch>
            <a:fillRect/>
          </a:stretch>
        </p:blipFill>
        <p:spPr>
          <a:xfrm>
            <a:off x="4721225" y="3003550"/>
            <a:ext cx="67733" cy="122767"/>
          </a:xfrm>
          <a:prstGeom prst="rect">
            <a:avLst/>
          </a:prstGeom>
        </p:spPr>
      </p:pic>
      <p:pic>
        <p:nvPicPr>
          <p:cNvPr id="40" name="CE190C9A-08E1-4803-A4DA-8AE71144FA8A"/>
          <p:cNvPicPr>
            <a:picLocks noChangeAspect="1"/>
          </p:cNvPicPr>
          <p:nvPr/>
        </p:nvPicPr>
        <p:blipFill>
          <a:blip r:embed="rId11" cstate="print">
            <a:extLst>
              <a:ext uri="{90784BA1-6B99-4721-64A0-D23C8D39F6E6}"/>
            </a:extLst>
          </a:blip>
          <a:srcRect/>
          <a:stretch>
            <a:fillRect/>
          </a:stretch>
        </p:blipFill>
        <p:spPr>
          <a:xfrm>
            <a:off x="4784725" y="3003550"/>
            <a:ext cx="67733" cy="122767"/>
          </a:xfrm>
          <a:prstGeom prst="rect">
            <a:avLst/>
          </a:prstGeom>
        </p:spPr>
      </p:pic>
      <p:pic>
        <p:nvPicPr>
          <p:cNvPr id="41" name="EE551328-FE3B-4CF0-682C-D6E1D29D8263"/>
          <p:cNvPicPr>
            <a:picLocks noChangeAspect="1"/>
          </p:cNvPicPr>
          <p:nvPr/>
        </p:nvPicPr>
        <p:blipFill>
          <a:blip r:embed="rId12" cstate="print">
            <a:extLst>
              <a:ext uri="{67F4E220-C253-488F-2E0C-07FDEAF80A69}"/>
            </a:extLst>
          </a:blip>
          <a:srcRect/>
          <a:stretch>
            <a:fillRect/>
          </a:stretch>
        </p:blipFill>
        <p:spPr>
          <a:xfrm>
            <a:off x="4847591" y="3003550"/>
            <a:ext cx="67733" cy="122767"/>
          </a:xfrm>
          <a:prstGeom prst="rect">
            <a:avLst/>
          </a:prstGeom>
        </p:spPr>
      </p:pic>
      <p:pic>
        <p:nvPicPr>
          <p:cNvPr id="42" name="1497D154-DB3B-4283-F876-F5C9031B9EDA"/>
          <p:cNvPicPr>
            <a:picLocks noChangeAspect="1"/>
          </p:cNvPicPr>
          <p:nvPr/>
        </p:nvPicPr>
        <p:blipFill>
          <a:blip r:embed="rId13" cstate="print">
            <a:extLst>
              <a:ext uri="{4490368A-B873-465A-0FC7-04376F226248}"/>
            </a:extLst>
          </a:blip>
          <a:srcRect/>
          <a:stretch>
            <a:fillRect/>
          </a:stretch>
        </p:blipFill>
        <p:spPr>
          <a:xfrm>
            <a:off x="4928870" y="3003550"/>
            <a:ext cx="67733" cy="122767"/>
          </a:xfrm>
          <a:prstGeom prst="rect">
            <a:avLst/>
          </a:prstGeom>
        </p:spPr>
      </p:pic>
      <p:pic>
        <p:nvPicPr>
          <p:cNvPr id="43" name="2E71F436-1763-447F-95FB-CC092AB82A33"/>
          <p:cNvPicPr>
            <a:picLocks noChangeAspect="1"/>
          </p:cNvPicPr>
          <p:nvPr/>
        </p:nvPicPr>
        <p:blipFill>
          <a:blip r:embed="rId14" cstate="print">
            <a:extLst>
              <a:ext uri="{1DA42C5B-135C-4967-7DB1-859BD3B3511D}"/>
            </a:extLst>
          </a:blip>
          <a:srcRect/>
          <a:stretch>
            <a:fillRect/>
          </a:stretch>
        </p:blipFill>
        <p:spPr>
          <a:xfrm>
            <a:off x="4992371" y="3003550"/>
            <a:ext cx="67733" cy="122767"/>
          </a:xfrm>
          <a:prstGeom prst="rect">
            <a:avLst/>
          </a:prstGeom>
        </p:spPr>
      </p:pic>
      <p:pic>
        <p:nvPicPr>
          <p:cNvPr id="44" name="2DE303A2-CC62-4DFE-750D-F20237B07F7A"/>
          <p:cNvPicPr>
            <a:picLocks noChangeAspect="1"/>
          </p:cNvPicPr>
          <p:nvPr/>
        </p:nvPicPr>
        <p:blipFill>
          <a:blip r:embed="rId15" cstate="print">
            <a:extLst>
              <a:ext uri="{8C715ABD-4889-4829-B566-2618BADCF74B}"/>
            </a:extLst>
          </a:blip>
          <a:srcRect/>
          <a:stretch>
            <a:fillRect/>
          </a:stretch>
        </p:blipFill>
        <p:spPr>
          <a:xfrm>
            <a:off x="5055235" y="3003550"/>
            <a:ext cx="67733" cy="122767"/>
          </a:xfrm>
          <a:prstGeom prst="rect">
            <a:avLst/>
          </a:prstGeom>
        </p:spPr>
      </p:pic>
      <p:pic>
        <p:nvPicPr>
          <p:cNvPr id="45" name="F0EED520-5630-459D-FF02-476AA9AECD6D"/>
          <p:cNvPicPr>
            <a:picLocks noChangeAspect="1"/>
          </p:cNvPicPr>
          <p:nvPr/>
        </p:nvPicPr>
        <p:blipFill>
          <a:blip r:embed="rId16" cstate="print">
            <a:extLst>
              <a:ext uri="{597FB8D9-12F0-4FEF-5591-45C620557496}"/>
            </a:extLst>
          </a:blip>
          <a:srcRect/>
          <a:stretch>
            <a:fillRect/>
          </a:stretch>
        </p:blipFill>
        <p:spPr>
          <a:xfrm>
            <a:off x="5118735" y="3003550"/>
            <a:ext cx="67733" cy="122767"/>
          </a:xfrm>
          <a:prstGeom prst="rect">
            <a:avLst/>
          </a:prstGeom>
        </p:spPr>
      </p:pic>
      <p:pic>
        <p:nvPicPr>
          <p:cNvPr id="46" name="CFBFE555-8B3E-4A0B-1A20-F11A2B44E80A"/>
          <p:cNvPicPr>
            <a:picLocks noChangeAspect="1"/>
          </p:cNvPicPr>
          <p:nvPr/>
        </p:nvPicPr>
        <p:blipFill>
          <a:blip r:embed="rId17" cstate="print">
            <a:extLst>
              <a:ext uri="{802702CE-B9E4-4B5A-E021-09B9DEDD798C}"/>
            </a:extLst>
          </a:blip>
          <a:srcRect/>
          <a:stretch>
            <a:fillRect/>
          </a:stretch>
        </p:blipFill>
        <p:spPr>
          <a:xfrm>
            <a:off x="5200015" y="3003550"/>
            <a:ext cx="118533" cy="122767"/>
          </a:xfrm>
          <a:prstGeom prst="rect">
            <a:avLst/>
          </a:prstGeom>
        </p:spPr>
      </p:pic>
      <p:pic>
        <p:nvPicPr>
          <p:cNvPr id="47" name="962B5C79-5147-456F-A211-1503E923BCD7"/>
          <p:cNvPicPr>
            <a:picLocks noChangeAspect="1"/>
          </p:cNvPicPr>
          <p:nvPr/>
        </p:nvPicPr>
        <p:blipFill>
          <a:blip r:embed="rId18" cstate="print">
            <a:extLst>
              <a:ext uri="{FBBA6E28-335F-4ED3-41F1-769354C73411}"/>
            </a:extLst>
          </a:blip>
          <a:srcRect/>
          <a:stretch>
            <a:fillRect/>
          </a:stretch>
        </p:blipFill>
        <p:spPr>
          <a:xfrm>
            <a:off x="5313680" y="3003550"/>
            <a:ext cx="143933" cy="122767"/>
          </a:xfrm>
          <a:prstGeom prst="rect">
            <a:avLst/>
          </a:prstGeom>
        </p:spPr>
      </p:pic>
      <p:pic>
        <p:nvPicPr>
          <p:cNvPr id="48" name="16A6FAEF-70BA-4D39-762B-1B3B19FB1E26"/>
          <p:cNvPicPr>
            <a:picLocks noChangeAspect="1"/>
          </p:cNvPicPr>
          <p:nvPr/>
        </p:nvPicPr>
        <p:blipFill>
          <a:blip r:embed="rId19" cstate="print">
            <a:extLst>
              <a:ext uri="{EC0B3D76-3AD9-4C47-0A18-690302D3DFDF}"/>
            </a:extLst>
          </a:blip>
          <a:srcRect/>
          <a:stretch>
            <a:fillRect/>
          </a:stretch>
        </p:blipFill>
        <p:spPr>
          <a:xfrm>
            <a:off x="5471160" y="3003550"/>
            <a:ext cx="93133" cy="122767"/>
          </a:xfrm>
          <a:prstGeom prst="rect">
            <a:avLst/>
          </a:prstGeom>
        </p:spPr>
      </p:pic>
      <p:pic>
        <p:nvPicPr>
          <p:cNvPr id="49" name="161CC8F2-12A7-4946-CC06-D1D76DA5F77A"/>
          <p:cNvPicPr>
            <a:picLocks noChangeAspect="1"/>
          </p:cNvPicPr>
          <p:nvPr/>
        </p:nvPicPr>
        <p:blipFill>
          <a:blip r:embed="rId20" cstate="print">
            <a:extLst>
              <a:ext uri="{644D5551-FE70-43D8-C160-5E0B645B1F20}"/>
            </a:extLst>
          </a:blip>
          <a:srcRect/>
          <a:stretch>
            <a:fillRect/>
          </a:stretch>
        </p:blipFill>
        <p:spPr>
          <a:xfrm>
            <a:off x="5559425" y="3003550"/>
            <a:ext cx="80433" cy="122767"/>
          </a:xfrm>
          <a:prstGeom prst="rect">
            <a:avLst/>
          </a:prstGeom>
        </p:spPr>
      </p:pic>
      <p:pic>
        <p:nvPicPr>
          <p:cNvPr id="50" name="B7239B82-6E31-429F-A17B-8E42C0F19671"/>
          <p:cNvPicPr>
            <a:picLocks noChangeAspect="1"/>
          </p:cNvPicPr>
          <p:nvPr/>
        </p:nvPicPr>
        <p:blipFill>
          <a:blip r:embed="rId21" cstate="print">
            <a:extLst>
              <a:ext uri="{E5DC75D3-1617-435C-FD7F-56F08232592C}"/>
            </a:extLst>
          </a:blip>
          <a:srcRect/>
          <a:stretch>
            <a:fillRect/>
          </a:stretch>
        </p:blipFill>
        <p:spPr>
          <a:xfrm>
            <a:off x="5635625" y="3003550"/>
            <a:ext cx="93133" cy="122767"/>
          </a:xfrm>
          <a:prstGeom prst="rect">
            <a:avLst/>
          </a:prstGeom>
        </p:spPr>
      </p:pic>
      <p:pic>
        <p:nvPicPr>
          <p:cNvPr id="51" name="F9C133E8-176A-49E7-A507-AF52D0612BAE"/>
          <p:cNvPicPr>
            <a:picLocks noChangeAspect="1"/>
          </p:cNvPicPr>
          <p:nvPr/>
        </p:nvPicPr>
        <p:blipFill>
          <a:blip r:embed="rId22" cstate="print">
            <a:extLst>
              <a:ext uri="{11783D4B-2B63-4C6D-8CD0-5B7A15865DB1}"/>
            </a:extLst>
          </a:blip>
          <a:srcRect/>
          <a:stretch>
            <a:fillRect/>
          </a:stretch>
        </p:blipFill>
        <p:spPr>
          <a:xfrm>
            <a:off x="2689860" y="3105150"/>
            <a:ext cx="385233" cy="122767"/>
          </a:xfrm>
          <a:prstGeom prst="rect">
            <a:avLst/>
          </a:prstGeom>
        </p:spPr>
      </p:pic>
    </p:spTree>
    <p:extLst>
      <p:ext uri="{D698D8B6-81CF-4DFE-3F08-4151C6B2D4D7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VectorPath 52"/>
          <p:cNvSpPr/>
          <p:nvPr/>
        </p:nvSpPr>
        <p:spPr>
          <a:xfrm>
            <a:off x="0" y="0"/>
            <a:ext cx="5760085" cy="349885"/>
          </a:xfrm>
          <a:custGeom>
            <a:rect l="l" t="t" r="r" b="b"/>
            <a:pathLst>
              <a:path w="5759996" h="349885">
                <a:moveTo>
                  <a:pt x="0" y="350050"/>
                </a:moveTo>
                <a:lnTo>
                  <a:pt x="5759996" y="350050"/>
                </a:lnTo>
                <a:lnTo>
                  <a:pt x="5759996" y="-228"/>
                </a:lnTo>
                <a:lnTo>
                  <a:pt x="0" y="-228"/>
                </a:lnTo>
                <a:lnTo>
                  <a:pt x="0" y="350050"/>
                </a:lnTo>
                <a:close/>
              </a:path>
            </a:pathLst>
          </a:custGeom>
          <a:solidFill>
            <a:srgbClr val="3333B3">
              <a:alpha val="100000"/>
            </a:srgbClr>
          </a:solidFill>
        </p:spPr>
      </p:sp>
      <p:sp>
        <p:nvSpPr>
          <p:cNvPr id="53" name="VectorPath 53"/>
          <p:cNvSpPr/>
          <p:nvPr/>
        </p:nvSpPr>
        <p:spPr>
          <a:xfrm>
            <a:off x="87630" y="737235"/>
            <a:ext cx="5584825" cy="205740"/>
          </a:xfrm>
          <a:custGeom>
            <a:rect l="l" t="t" r="r" b="b"/>
            <a:pathLst>
              <a:path w="5584581" h="205739">
                <a:moveTo>
                  <a:pt x="5584582" y="50242"/>
                </a:moveTo>
                <a:cubicBezTo>
                  <a:pt x="5584316" y="26117"/>
                  <a:pt x="5567012" y="5885"/>
                  <a:pt x="5544466" y="714"/>
                </a:cubicBezTo>
                <a:lnTo>
                  <a:pt x="5534340" y="0"/>
                </a:lnTo>
                <a:lnTo>
                  <a:pt x="50242" y="0"/>
                </a:lnTo>
                <a:cubicBezTo>
                  <a:pt x="26117" y="266"/>
                  <a:pt x="5885" y="17570"/>
                  <a:pt x="715" y="40115"/>
                </a:cubicBezTo>
                <a:lnTo>
                  <a:pt x="0" y="50242"/>
                </a:lnTo>
                <a:lnTo>
                  <a:pt x="0" y="205749"/>
                </a:lnTo>
                <a:lnTo>
                  <a:pt x="5584582" y="205749"/>
                </a:lnTo>
                <a:close/>
              </a:path>
            </a:pathLst>
          </a:custGeom>
          <a:solidFill>
            <a:srgbClr val="262686">
              <a:alpha val="100000"/>
            </a:srgbClr>
          </a:solidFill>
        </p:spPr>
      </p:sp>
      <p:sp>
        <p:nvSpPr>
          <p:cNvPr id="54" name="TextBox54"/>
          <p:cNvSpPr txBox="1"/>
          <p:nvPr/>
        </p:nvSpPr>
        <p:spPr>
          <a:xfrm>
            <a:off x="138430" y="762635"/>
            <a:ext cx="1216025" cy="17621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随便抓来一台电脑</a:t>
            </a:r>
          </a:p>
        </p:txBody>
      </p:sp>
      <p:pic>
        <p:nvPicPr>
          <p:cNvPr id="55" name="E64A11A8-D9A5-4E41-27D2-934BE4F25ED7"/>
          <p:cNvPicPr>
            <a:picLocks noChangeAspect="1"/>
          </p:cNvPicPr>
          <p:nvPr/>
        </p:nvPicPr>
        <p:blipFill>
          <a:blip r:embed="rId2" cstate="print">
            <a:extLst>
              <a:ext uri="{71EC8F72-7CFF-4557-D177-BA9B2A93155F}"/>
            </a:extLst>
          </a:blip>
          <a:srcRect/>
          <a:stretch>
            <a:fillRect/>
          </a:stretch>
        </p:blipFill>
        <p:spPr>
          <a:xfrm>
            <a:off x="87630" y="930275"/>
            <a:ext cx="5588000" cy="55033"/>
          </a:xfrm>
          <a:prstGeom prst="rect">
            <a:avLst/>
          </a:prstGeom>
        </p:spPr>
      </p:pic>
      <p:grpSp>
        <p:nvGrpSpPr>
          <p:cNvPr id="56" name="Combination 56"/>
          <p:cNvGrpSpPr/>
          <p:nvPr/>
        </p:nvGrpSpPr>
        <p:grpSpPr>
          <a:xfrm>
            <a:off x="87630" y="794385"/>
            <a:ext cx="5635625" cy="869315"/>
            <a:chOff x="87630" y="794385"/>
            <a:chExt cx="5635625" cy="869315"/>
          </a:xfrm>
        </p:grpSpPr>
        <p:sp>
          <p:nvSpPr>
            <p:cNvPr id="57" name="VectorPath 57"/>
            <p:cNvSpPr/>
            <p:nvPr/>
          </p:nvSpPr>
          <p:spPr>
            <a:xfrm>
              <a:off x="138544" y="794164"/>
              <a:ext cx="5584581" cy="869335"/>
            </a:xfrm>
            <a:custGeom>
              <a:rect l="l" t="t" r="r" b="b"/>
              <a:pathLst>
                <a:path w="5584581" h="869114">
                  <a:moveTo>
                    <a:pt x="0" y="869114"/>
                  </a:moveTo>
                  <a:lnTo>
                    <a:pt x="5584581" y="869114"/>
                  </a:lnTo>
                  <a:lnTo>
                    <a:pt x="5584581" y="-221"/>
                  </a:lnTo>
                  <a:lnTo>
                    <a:pt x="0" y="-221"/>
                  </a:lnTo>
                  <a:lnTo>
                    <a:pt x="0" y="8691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58" name="VectorPath 58"/>
            <p:cNvSpPr/>
            <p:nvPr/>
          </p:nvSpPr>
          <p:spPr>
            <a:xfrm>
              <a:off x="87744" y="974607"/>
              <a:ext cx="5584581" cy="638091"/>
            </a:xfrm>
            <a:custGeom>
              <a:rect l="l" t="t" r="r" b="b"/>
              <a:pathLst>
                <a:path w="5584581" h="638091">
                  <a:moveTo>
                    <a:pt x="5544466" y="637377"/>
                  </a:moveTo>
                  <a:cubicBezTo>
                    <a:pt x="5567012" y="632206"/>
                    <a:pt x="5584316" y="611974"/>
                    <a:pt x="5584582" y="587850"/>
                  </a:cubicBezTo>
                  <a:lnTo>
                    <a:pt x="5584582" y="0"/>
                  </a:lnTo>
                  <a:lnTo>
                    <a:pt x="0" y="0"/>
                  </a:lnTo>
                  <a:lnTo>
                    <a:pt x="0" y="587850"/>
                  </a:lnTo>
                  <a:lnTo>
                    <a:pt x="715" y="597976"/>
                  </a:lnTo>
                  <a:cubicBezTo>
                    <a:pt x="5885" y="620521"/>
                    <a:pt x="26117" y="637825"/>
                    <a:pt x="50242" y="638091"/>
                  </a:cubicBezTo>
                  <a:lnTo>
                    <a:pt x="5534340" y="638091"/>
                  </a:lnTo>
                  <a:close/>
                </a:path>
              </a:pathLst>
            </a:custGeom>
            <a:solidFill>
              <a:srgbClr val="E9E9F3">
                <a:alpha val="100000"/>
              </a:srgbClr>
            </a:solidFill>
          </p:spPr>
        </p:sp>
      </p:grpSp>
      <p:pic>
        <p:nvPicPr>
          <p:cNvPr id="59" name="EB60742A-EDF4-4DF4-A2C1-2BD4D457EF01"/>
          <p:cNvPicPr>
            <a:picLocks noChangeAspect="1"/>
          </p:cNvPicPr>
          <p:nvPr/>
        </p:nvPicPr>
        <p:blipFill>
          <a:blip r:embed="rId3" cstate="print">
            <a:extLst>
              <a:ext uri="{FEC9D533-0F54-4D99-D5A3-63B4624143B2}"/>
            </a:extLst>
          </a:blip>
          <a:srcRect/>
          <a:stretch>
            <a:fillRect/>
          </a:stretch>
        </p:blipFill>
        <p:spPr>
          <a:xfrm>
            <a:off x="281305" y="1045845"/>
            <a:ext cx="67733" cy="491067"/>
          </a:xfrm>
          <a:prstGeom prst="rect">
            <a:avLst/>
          </a:prstGeom>
        </p:spPr>
      </p:pic>
      <p:pic>
        <p:nvPicPr>
          <p:cNvPr id="60" name="426A9624-132C-4872-3463-FB7D917FC51E"/>
          <p:cNvPicPr>
            <a:picLocks noChangeAspect="1"/>
          </p:cNvPicPr>
          <p:nvPr/>
        </p:nvPicPr>
        <p:blipFill>
          <a:blip r:embed="rId4" cstate="print">
            <a:extLst>
              <a:ext uri="{51E836C5-EE75-4852-65D9-9F1D477F656B}"/>
            </a:extLst>
          </a:blip>
          <a:srcRect/>
          <a:stretch>
            <a:fillRect/>
          </a:stretch>
        </p:blipFill>
        <p:spPr>
          <a:xfrm>
            <a:off x="138430" y="1677670"/>
            <a:ext cx="1761067" cy="1024467"/>
          </a:xfrm>
          <a:prstGeom prst="rect">
            <a:avLst/>
          </a:prstGeom>
        </p:spPr>
      </p:pic>
      <p:pic>
        <p:nvPicPr>
          <p:cNvPr id="61" name="E4B88C8B-39FB-43A5-35B4-64EE9378A42A"/>
          <p:cNvPicPr>
            <a:picLocks noChangeAspect="1"/>
          </p:cNvPicPr>
          <p:nvPr/>
        </p:nvPicPr>
        <p:blipFill>
          <a:blip r:embed="rId5" cstate="print">
            <a:extLst>
              <a:ext uri="{07116FBE-127A-4C56-FA99-28ADFEFB87E1}"/>
            </a:extLst>
          </a:blip>
          <a:srcRect/>
          <a:stretch>
            <a:fillRect/>
          </a:stretch>
        </p:blipFill>
        <p:spPr>
          <a:xfrm>
            <a:off x="2002790" y="1675765"/>
            <a:ext cx="1756833" cy="1032933"/>
          </a:xfrm>
          <a:prstGeom prst="rect">
            <a:avLst/>
          </a:prstGeom>
        </p:spPr>
      </p:pic>
      <p:pic>
        <p:nvPicPr>
          <p:cNvPr id="62" name="5AF7B861-E7CE-4C93-6F44-042FC0320993"/>
          <p:cNvPicPr>
            <a:picLocks noChangeAspect="1"/>
          </p:cNvPicPr>
          <p:nvPr/>
        </p:nvPicPr>
        <p:blipFill>
          <a:blip r:embed="rId6" cstate="print">
            <a:extLst>
              <a:ext uri="{22772A5A-655E-462B-4595-71B8528B3C8E}"/>
            </a:extLst>
          </a:blip>
          <a:srcRect/>
          <a:stretch>
            <a:fillRect/>
          </a:stretch>
        </p:blipFill>
        <p:spPr>
          <a:xfrm>
            <a:off x="3867150" y="1750695"/>
            <a:ext cx="1756833" cy="880533"/>
          </a:xfrm>
          <a:prstGeom prst="rect">
            <a:avLst/>
          </a:prstGeom>
        </p:spPr>
      </p:pic>
      <p:sp>
        <p:nvSpPr>
          <p:cNvPr id="63" name="TextBox63"/>
          <p:cNvSpPr txBox="1"/>
          <p:nvPr/>
        </p:nvSpPr>
        <p:spPr>
          <a:xfrm>
            <a:off x="107950" y="88900"/>
            <a:ext cx="1639887" cy="21431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100" kern="0" spc="35" baseline="4097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计算机里面有什么？</a:t>
            </a:r>
          </a:p>
        </p:txBody>
      </p:sp>
      <p:sp>
        <p:nvSpPr>
          <p:cNvPr id="64" name="TextBox64"/>
          <p:cNvSpPr txBox="1"/>
          <p:nvPr/>
        </p:nvSpPr>
        <p:spPr>
          <a:xfrm>
            <a:off x="415925" y="984250"/>
            <a:ext cx="3937000" cy="585787"/>
          </a:xfrm>
          <a:prstGeom prst="rect">
            <a:avLst/>
          </a:prstGeom>
          <a:noFill/>
        </p:spPr>
        <p:txBody>
          <a:bodyPr wrap="square" lIns="0" rIns="0" bIns="0" tIns="12700" rtlCol="0">
            <a:spAutoFit/>
          </a:bodyPr>
          <a:lstStyle/>
          <a:p>
            <a:pPr marL="0" marR="0" indent="0" eaLnBrk="0">
              <a:lnSpc>
                <a:spcPct val="91269"/>
              </a:lnSpc>
              <a:spcBef>
                <a:spcPts val="100"/>
              </a:spcBef>
              <a:spcAft>
                <a:spcPts val="375"/>
              </a:spcAft>
            </a:pP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处理器</a:t>
            </a:r>
            <a:r>
              <a:rPr baseline="0" lang="en-US" altLang="zh-CN" sz="1050" kern="0" spc="-1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(CPU):</a:t>
            </a:r>
            <a:r>
              <a:rPr baseline="0" lang="en-US" altLang="zh-CN" sz="1050" kern="0" spc="-1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厨师，按照菜谱做菜</a:t>
            </a:r>
            <a:r>
              <a:rPr baseline="0" lang="en-US" altLang="zh-CN" sz="1050" kern="0" spc="-1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执行程序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marL="0" marR="0" indent="0" eaLnBrk="0">
              <a:lnSpc>
                <a:spcPct val="117261"/>
              </a:lnSpc>
            </a:pP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内存</a:t>
            </a:r>
            <a:r>
              <a:rPr baseline="0" lang="en-US" altLang="zh-CN" sz="1050" kern="0" spc="6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(RAM)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：案板，临时放置正在处理的食材</a:t>
            </a:r>
            <a:r>
              <a:rPr baseline="0" lang="en-US" altLang="zh-CN" sz="1050" kern="0" spc="6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正在运行的程序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baseline="0" lang="en-US" altLang="zh-CN" sz="10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硬盘</a:t>
            </a:r>
            <a:r>
              <a:rPr baseline="0" lang="en-US" altLang="zh-CN" sz="1050" kern="0" spc="-1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(Disk)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：冰箱，长期保存食材和菜谱</a:t>
            </a:r>
            <a:r>
              <a:rPr baseline="0" lang="en-US" altLang="zh-CN" sz="1050" kern="0" spc="-1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文件与程序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baseline="0" lang="en-US" altLang="zh-CN" sz="10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</p:txBody>
      </p:sp>
      <p:grpSp>
        <p:nvGrpSpPr>
          <p:cNvPr id="65" name="Combination 65"/>
          <p:cNvGrpSpPr/>
          <p:nvPr/>
        </p:nvGrpSpPr>
        <p:grpSpPr>
          <a:xfrm>
            <a:off x="0" y="3032760"/>
            <a:ext cx="5760085" cy="207010"/>
            <a:chOff x="0" y="3032760"/>
            <a:chExt cx="5760085" cy="207010"/>
          </a:xfrm>
        </p:grpSpPr>
        <p:sp>
          <p:nvSpPr>
            <p:cNvPr id="66" name="VectorPath 66"/>
            <p:cNvSpPr/>
            <p:nvPr/>
          </p:nvSpPr>
          <p:spPr>
            <a:xfrm>
              <a:off x="4141509" y="3041497"/>
              <a:ext cx="25400" cy="38101"/>
            </a:xfrm>
            <a:custGeom>
              <a:rect l="l" t="t" r="r" b="b"/>
              <a:pathLst>
                <a:path w="25400" h="38101">
                  <a:moveTo>
                    <a:pt x="25400" y="0"/>
                  </a:moveTo>
                  <a:lnTo>
                    <a:pt x="0" y="19050"/>
                  </a:lnTo>
                  <a:lnTo>
                    <a:pt x="25400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  <p:sp>
          <p:nvSpPr>
            <p:cNvPr id="67" name="VectorPath 67"/>
            <p:cNvSpPr/>
            <p:nvPr/>
          </p:nvSpPr>
          <p:spPr>
            <a:xfrm>
              <a:off x="4319311" y="3041497"/>
              <a:ext cx="25400" cy="38101"/>
            </a:xfrm>
            <a:custGeom>
              <a:rect l="l" t="t" r="r" b="b"/>
              <a:pathLst>
                <a:path w="25400" h="38101">
                  <a:moveTo>
                    <a:pt x="25400" y="19050"/>
                  </a:moveTo>
                  <a:lnTo>
                    <a:pt x="0" y="0"/>
                  </a:lnTo>
                  <a:lnTo>
                    <a:pt x="0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  <p:sp>
          <p:nvSpPr>
            <p:cNvPr id="68" name="VectorPath 68"/>
            <p:cNvSpPr/>
            <p:nvPr/>
          </p:nvSpPr>
          <p:spPr>
            <a:xfrm>
              <a:off x="5597657" y="3060259"/>
              <a:ext cx="31057" cy="31056"/>
            </a:xfrm>
            <a:custGeom>
              <a:rect l="l" t="t" r="r" b="b"/>
              <a:pathLst>
                <a:path w="31057" h="31056">
                  <a:moveTo>
                    <a:pt x="5368" y="5368"/>
                  </a:moveTo>
                  <a:lnTo>
                    <a:pt x="25689" y="25688"/>
                  </a:lnTo>
                </a:path>
              </a:pathLst>
            </a:custGeom>
            <a:ln w="7592" cap="flat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69" name="VectorPath 69"/>
            <p:cNvSpPr/>
            <p:nvPr/>
          </p:nvSpPr>
          <p:spPr>
            <a:xfrm>
              <a:off x="5573432" y="3036602"/>
              <a:ext cx="35427" cy="35428"/>
            </a:xfrm>
            <a:custGeom>
              <a:rect l="l" t="t" r="r" b="b"/>
              <a:pathLst>
                <a:path w="35427" h="35428">
                  <a:moveTo>
                    <a:pt x="32897" y="17714"/>
                  </a:moveTo>
                  <a:cubicBezTo>
                    <a:pt x="32897" y="9328"/>
                    <a:pt x="26099" y="2530"/>
                    <a:pt x="17714" y="2530"/>
                  </a:cubicBezTo>
                  <a:cubicBezTo>
                    <a:pt x="9328" y="2530"/>
                    <a:pt x="2530" y="9328"/>
                    <a:pt x="2530" y="17714"/>
                  </a:cubicBezTo>
                  <a:cubicBezTo>
                    <a:pt x="2530" y="26099"/>
                    <a:pt x="9328" y="32897"/>
                    <a:pt x="17714" y="32897"/>
                  </a:cubicBezTo>
                  <a:cubicBezTo>
                    <a:pt x="26099" y="32897"/>
                    <a:pt x="32897" y="26099"/>
                    <a:pt x="32897" y="17714"/>
                  </a:cubicBezTo>
                </a:path>
              </a:pathLst>
            </a:custGeom>
            <a:ln w="5061" cap="flat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70" name="VectorPath 70"/>
            <p:cNvSpPr/>
            <p:nvPr/>
          </p:nvSpPr>
          <p:spPr>
            <a:xfrm>
              <a:off x="5477540" y="3032617"/>
              <a:ext cx="240811" cy="55862"/>
            </a:xfrm>
            <a:custGeom>
              <a:rect l="l" t="t" r="r" b="b"/>
              <a:pathLst>
                <a:path w="240811" h="55718">
                  <a:moveTo>
                    <a:pt x="44205" y="53188"/>
                  </a:moveTo>
                  <a:cubicBezTo>
                    <a:pt x="57933" y="53188"/>
                    <a:pt x="69605" y="41758"/>
                    <a:pt x="69605" y="27787"/>
                  </a:cubicBezTo>
                  <a:cubicBezTo>
                    <a:pt x="69605" y="13817"/>
                    <a:pt x="58174" y="2387"/>
                    <a:pt x="44205" y="2387"/>
                  </a:cubicBezTo>
                  <a:cubicBezTo>
                    <a:pt x="30234" y="2387"/>
                    <a:pt x="18804" y="13817"/>
                    <a:pt x="18804" y="27787"/>
                  </a:cubicBezTo>
                  <a:moveTo>
                    <a:pt x="34044" y="20167"/>
                  </a:moveTo>
                  <a:lnTo>
                    <a:pt x="18804" y="32867"/>
                  </a:lnTo>
                  <a:lnTo>
                    <a:pt x="3564" y="20167"/>
                  </a:lnTo>
                  <a:moveTo>
                    <a:pt x="196607" y="53188"/>
                  </a:moveTo>
                  <a:cubicBezTo>
                    <a:pt x="182636" y="53188"/>
                    <a:pt x="171206" y="41758"/>
                    <a:pt x="171206" y="27787"/>
                  </a:cubicBezTo>
                  <a:cubicBezTo>
                    <a:pt x="171206" y="13817"/>
                    <a:pt x="182636" y="2387"/>
                    <a:pt x="196607" y="2387"/>
                  </a:cubicBezTo>
                  <a:cubicBezTo>
                    <a:pt x="210576" y="2387"/>
                    <a:pt x="222007" y="13817"/>
                    <a:pt x="222007" y="27787"/>
                  </a:cubicBezTo>
                  <a:moveTo>
                    <a:pt x="237247" y="20167"/>
                  </a:moveTo>
                  <a:lnTo>
                    <a:pt x="222007" y="32867"/>
                  </a:lnTo>
                  <a:lnTo>
                    <a:pt x="206766" y="20167"/>
                  </a:lnTo>
                </a:path>
              </a:pathLst>
            </a:custGeom>
            <a:ln w="5061" cap="rnd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71" name="VectorPath 71"/>
            <p:cNvSpPr/>
            <p:nvPr/>
          </p:nvSpPr>
          <p:spPr>
            <a:xfrm>
              <a:off x="0" y="3130221"/>
              <a:ext cx="1919974" cy="109549"/>
            </a:xfrm>
            <a:custGeom>
              <a:rect l="l" t="t" r="r" b="b"/>
              <a:pathLst>
                <a:path w="1919974" h="109549">
                  <a:moveTo>
                    <a:pt x="0" y="109550"/>
                  </a:moveTo>
                  <a:lnTo>
                    <a:pt x="1919974" y="109550"/>
                  </a:lnTo>
                  <a:lnTo>
                    <a:pt x="1919974" y="0"/>
                  </a:lnTo>
                  <a:lnTo>
                    <a:pt x="0" y="0"/>
                  </a:lnTo>
                  <a:lnTo>
                    <a:pt x="0" y="109550"/>
                  </a:lnTo>
                  <a:close/>
                </a:path>
              </a:pathLst>
            </a:custGeom>
            <a:solidFill>
              <a:srgbClr val="1A1A59">
                <a:alpha val="100000"/>
              </a:srgbClr>
            </a:solidFill>
          </p:spPr>
        </p:sp>
        <p:sp>
          <p:nvSpPr>
            <p:cNvPr id="72" name="VectorPath 72"/>
            <p:cNvSpPr/>
            <p:nvPr/>
          </p:nvSpPr>
          <p:spPr>
            <a:xfrm>
              <a:off x="1919973" y="3130221"/>
              <a:ext cx="1919974" cy="109549"/>
            </a:xfrm>
            <a:custGeom>
              <a:rect l="l" t="t" r="r" b="b"/>
              <a:pathLst>
                <a:path w="1919974" h="109549">
                  <a:moveTo>
                    <a:pt x="0" y="109550"/>
                  </a:moveTo>
                  <a:lnTo>
                    <a:pt x="1919974" y="109550"/>
                  </a:lnTo>
                  <a:lnTo>
                    <a:pt x="1919974" y="0"/>
                  </a:lnTo>
                  <a:lnTo>
                    <a:pt x="0" y="0"/>
                  </a:lnTo>
                  <a:lnTo>
                    <a:pt x="0" y="109550"/>
                  </a:lnTo>
                  <a:close/>
                </a:path>
              </a:pathLst>
            </a:custGeom>
            <a:solidFill>
              <a:srgbClr val="262686">
                <a:alpha val="100000"/>
              </a:srgbClr>
            </a:solidFill>
          </p:spPr>
        </p:sp>
        <p:sp>
          <p:nvSpPr>
            <p:cNvPr id="73" name="VectorPath 73"/>
            <p:cNvSpPr/>
            <p:nvPr/>
          </p:nvSpPr>
          <p:spPr>
            <a:xfrm>
              <a:off x="3839947" y="3130221"/>
              <a:ext cx="1919974" cy="109549"/>
            </a:xfrm>
            <a:custGeom>
              <a:rect l="l" t="t" r="r" b="b"/>
              <a:pathLst>
                <a:path w="1919974" h="109549">
                  <a:moveTo>
                    <a:pt x="0" y="109550"/>
                  </a:moveTo>
                  <a:lnTo>
                    <a:pt x="1919974" y="109550"/>
                  </a:lnTo>
                  <a:lnTo>
                    <a:pt x="1919974" y="0"/>
                  </a:lnTo>
                  <a:lnTo>
                    <a:pt x="0" y="0"/>
                  </a:lnTo>
                  <a:lnTo>
                    <a:pt x="0" y="109550"/>
                  </a:lnTo>
                  <a:close/>
                </a:path>
              </a:pathLst>
            </a:custGeom>
            <a:solidFill>
              <a:srgbClr val="3333B3">
                <a:alpha val="100000"/>
              </a:srgbClr>
            </a:solidFill>
          </p:spPr>
        </p:sp>
      </p:grpSp>
      <p:sp>
        <p:nvSpPr>
          <p:cNvPr id="74" name="TextBox74"/>
          <p:cNvSpPr txBox="1"/>
          <p:nvPr/>
        </p:nvSpPr>
        <p:spPr>
          <a:xfrm>
            <a:off x="694055" y="3141345"/>
            <a:ext cx="531812" cy="841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242"/>
              </a:lnSpc>
            </a:pP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潘宇琦</a:t>
            </a:r>
            <a:r>
              <a:rPr baseline="0" lang="en-US" altLang="zh-CN" sz="550" kern="0" spc="-1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申鹏威</a:t>
            </a:r>
          </a:p>
        </p:txBody>
      </p:sp>
      <p:sp>
        <p:nvSpPr>
          <p:cNvPr id="75" name="TextBox75"/>
          <p:cNvSpPr txBox="1"/>
          <p:nvPr/>
        </p:nvSpPr>
        <p:spPr>
          <a:xfrm>
            <a:off x="2689860" y="3141345"/>
            <a:ext cx="381000" cy="841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242"/>
              </a:lnSpc>
            </a:pPr>
            <a:r>
              <a:rPr lang="en-US" altLang="zh-CN" sz="550" kern="0" spc="-1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这就是开源</a:t>
            </a:r>
          </a:p>
        </p:txBody>
      </p:sp>
      <p:sp>
        <p:nvSpPr>
          <p:cNvPr id="76" name="VectorPath 76"/>
          <p:cNvSpPr/>
          <p:nvPr/>
        </p:nvSpPr>
        <p:spPr>
          <a:xfrm>
            <a:off x="4768850" y="3044190"/>
            <a:ext cx="45085" cy="7620"/>
          </a:xfrm>
          <a:custGeom>
            <a:rect l="l" t="t" r="r" b="b"/>
            <a:pathLst>
              <a:path w="45085" h="7453">
                <a:moveTo>
                  <a:pt x="3494" y="3657"/>
                </a:moveTo>
                <a:lnTo>
                  <a:pt x="41595" y="3657"/>
                </a:lnTo>
              </a:path>
            </a:pathLst>
          </a:custGeom>
          <a:ln w="7592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grpSp>
        <p:nvGrpSpPr>
          <p:cNvPr id="77" name="Combination 77"/>
          <p:cNvGrpSpPr/>
          <p:nvPr/>
        </p:nvGrpSpPr>
        <p:grpSpPr>
          <a:xfrm>
            <a:off x="4683760" y="3031490"/>
            <a:ext cx="473710" cy="48260"/>
            <a:chOff x="4683760" y="3031490"/>
            <a:chExt cx="473710" cy="48260"/>
          </a:xfrm>
        </p:grpSpPr>
        <p:sp>
          <p:nvSpPr>
            <p:cNvPr id="78" name="VectorPath 78"/>
            <p:cNvSpPr/>
            <p:nvPr/>
          </p:nvSpPr>
          <p:spPr>
            <a:xfrm>
              <a:off x="5026816" y="3031352"/>
              <a:ext cx="58393" cy="32992"/>
            </a:xfrm>
            <a:custGeom>
              <a:rect l="l" t="t" r="r" b="b"/>
              <a:pathLst>
                <a:path w="58393" h="32853">
                  <a:moveTo>
                    <a:pt x="3796" y="3657"/>
                  </a:moveTo>
                  <a:lnTo>
                    <a:pt x="41896" y="3657"/>
                  </a:lnTo>
                  <a:moveTo>
                    <a:pt x="16496" y="16357"/>
                  </a:moveTo>
                  <a:lnTo>
                    <a:pt x="54597" y="16357"/>
                  </a:lnTo>
                  <a:moveTo>
                    <a:pt x="16496" y="29057"/>
                  </a:moveTo>
                  <a:lnTo>
                    <a:pt x="54597" y="29057"/>
                  </a:lnTo>
                </a:path>
              </a:pathLst>
            </a:custGeom>
            <a:ln w="7592" cap="flat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79" name="VectorPath 79"/>
            <p:cNvSpPr/>
            <p:nvPr/>
          </p:nvSpPr>
          <p:spPr>
            <a:xfrm>
              <a:off x="4683443" y="3041497"/>
              <a:ext cx="203202" cy="38101"/>
            </a:xfrm>
            <a:custGeom>
              <a:rect l="l" t="t" r="r" b="b"/>
              <a:pathLst>
                <a:path w="202886" h="38101">
                  <a:moveTo>
                    <a:pt x="25084" y="0"/>
                  </a:moveTo>
                  <a:lnTo>
                    <a:pt x="-317" y="19050"/>
                  </a:lnTo>
                  <a:lnTo>
                    <a:pt x="25084" y="38101"/>
                  </a:lnTo>
                  <a:close/>
                  <a:moveTo>
                    <a:pt x="202886" y="19050"/>
                  </a:moveTo>
                  <a:lnTo>
                    <a:pt x="177486" y="0"/>
                  </a:lnTo>
                  <a:lnTo>
                    <a:pt x="177486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  <p:sp>
          <p:nvSpPr>
            <p:cNvPr id="80" name="VectorPath 80"/>
            <p:cNvSpPr/>
            <p:nvPr/>
          </p:nvSpPr>
          <p:spPr>
            <a:xfrm>
              <a:off x="4954411" y="3041497"/>
              <a:ext cx="203202" cy="38101"/>
            </a:xfrm>
            <a:custGeom>
              <a:rect l="l" t="t" r="r" b="b"/>
              <a:pathLst>
                <a:path w="203060" h="38101">
                  <a:moveTo>
                    <a:pt x="25400" y="0"/>
                  </a:moveTo>
                  <a:lnTo>
                    <a:pt x="0" y="19050"/>
                  </a:lnTo>
                  <a:lnTo>
                    <a:pt x="25400" y="38101"/>
                  </a:lnTo>
                  <a:close/>
                  <a:moveTo>
                    <a:pt x="203202" y="19050"/>
                  </a:moveTo>
                  <a:lnTo>
                    <a:pt x="177802" y="0"/>
                  </a:lnTo>
                  <a:lnTo>
                    <a:pt x="177802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</p:grpSp>
      <p:sp>
        <p:nvSpPr>
          <p:cNvPr id="81" name="VectorPath 81"/>
          <p:cNvSpPr/>
          <p:nvPr/>
        </p:nvSpPr>
        <p:spPr>
          <a:xfrm>
            <a:off x="4218305" y="3042920"/>
            <a:ext cx="48260" cy="35560"/>
          </a:xfrm>
          <a:custGeom>
            <a:rect l="l" t="t" r="r" b="b"/>
            <a:pathLst>
              <a:path w="47970" h="35427">
                <a:moveTo>
                  <a:pt x="2531" y="32897"/>
                </a:moveTo>
                <a:lnTo>
                  <a:pt x="45550" y="32897"/>
                </a:lnTo>
                <a:lnTo>
                  <a:pt x="45550" y="2530"/>
                </a:lnTo>
                <a:lnTo>
                  <a:pt x="2531" y="2530"/>
                </a:lnTo>
                <a:lnTo>
                  <a:pt x="2531" y="32897"/>
                </a:lnTo>
                <a:close/>
              </a:path>
            </a:pathLst>
          </a:custGeom>
          <a:ln w="5061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sp>
        <p:nvSpPr>
          <p:cNvPr id="82" name="VectorPath 82"/>
          <p:cNvSpPr/>
          <p:nvPr/>
        </p:nvSpPr>
        <p:spPr>
          <a:xfrm>
            <a:off x="4472940" y="3032760"/>
            <a:ext cx="69215" cy="55880"/>
          </a:xfrm>
          <a:custGeom>
            <a:rect l="l" t="t" r="r" b="b"/>
            <a:pathLst>
              <a:path w="68894" h="55718">
                <a:moveTo>
                  <a:pt x="2530" y="53188"/>
                </a:moveTo>
                <a:lnTo>
                  <a:pt x="45550" y="53188"/>
                </a:lnTo>
                <a:lnTo>
                  <a:pt x="45550" y="22821"/>
                </a:lnTo>
                <a:lnTo>
                  <a:pt x="2530" y="22821"/>
                </a:lnTo>
                <a:lnTo>
                  <a:pt x="2530" y="53188"/>
                </a:lnTo>
                <a:close/>
                <a:moveTo>
                  <a:pt x="13022" y="22707"/>
                </a:moveTo>
                <a:lnTo>
                  <a:pt x="13022" y="12547"/>
                </a:lnTo>
                <a:lnTo>
                  <a:pt x="56203" y="12547"/>
                </a:lnTo>
                <a:lnTo>
                  <a:pt x="56203" y="43028"/>
                </a:lnTo>
                <a:lnTo>
                  <a:pt x="46043" y="43028"/>
                </a:lnTo>
                <a:moveTo>
                  <a:pt x="23183" y="12547"/>
                </a:moveTo>
                <a:lnTo>
                  <a:pt x="23183" y="2387"/>
                </a:lnTo>
                <a:lnTo>
                  <a:pt x="66363" y="2387"/>
                </a:lnTo>
                <a:lnTo>
                  <a:pt x="66363" y="32867"/>
                </a:lnTo>
                <a:lnTo>
                  <a:pt x="56203" y="32867"/>
                </a:lnTo>
              </a:path>
            </a:pathLst>
          </a:custGeom>
          <a:ln w="5061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sp>
        <p:nvSpPr>
          <p:cNvPr id="83" name="VectorPath 83"/>
          <p:cNvSpPr/>
          <p:nvPr/>
        </p:nvSpPr>
        <p:spPr>
          <a:xfrm>
            <a:off x="4756150" y="3031490"/>
            <a:ext cx="57785" cy="58420"/>
          </a:xfrm>
          <a:custGeom>
            <a:rect l="l" t="t" r="r" b="b"/>
            <a:pathLst>
              <a:path w="57785" h="58253">
                <a:moveTo>
                  <a:pt x="3494" y="3657"/>
                </a:moveTo>
                <a:lnTo>
                  <a:pt x="41594" y="3657"/>
                </a:lnTo>
                <a:moveTo>
                  <a:pt x="16194" y="29057"/>
                </a:moveTo>
                <a:lnTo>
                  <a:pt x="54295" y="29057"/>
                </a:lnTo>
                <a:moveTo>
                  <a:pt x="3494" y="41758"/>
                </a:moveTo>
                <a:lnTo>
                  <a:pt x="41594" y="41758"/>
                </a:lnTo>
                <a:moveTo>
                  <a:pt x="16194" y="54458"/>
                </a:moveTo>
                <a:lnTo>
                  <a:pt x="54295" y="54458"/>
                </a:lnTo>
              </a:path>
            </a:pathLst>
          </a:custGeom>
          <a:ln w="7592" cap="flat" cmpd="sng">
            <a:solidFill>
              <a:srgbClr val="D6D6F0">
                <a:alpha val="100000"/>
              </a:srgbClr>
            </a:solidFill>
            <a:miter lim="1000000"/>
          </a:ln>
        </p:spPr>
      </p:sp>
      <p:sp>
        <p:nvSpPr>
          <p:cNvPr id="84" name="VectorPath 84"/>
          <p:cNvSpPr/>
          <p:nvPr/>
        </p:nvSpPr>
        <p:spPr>
          <a:xfrm>
            <a:off x="5026660" y="3069590"/>
            <a:ext cx="58420" cy="20320"/>
          </a:xfrm>
          <a:custGeom>
            <a:rect l="l" t="t" r="r" b="b"/>
            <a:pathLst>
              <a:path w="58265" h="20153">
                <a:moveTo>
                  <a:pt x="3796" y="3658"/>
                </a:moveTo>
                <a:lnTo>
                  <a:pt x="41896" y="3658"/>
                </a:lnTo>
                <a:moveTo>
                  <a:pt x="16496" y="16358"/>
                </a:moveTo>
                <a:lnTo>
                  <a:pt x="54597" y="16358"/>
                </a:lnTo>
              </a:path>
            </a:pathLst>
          </a:custGeom>
          <a:ln w="7592" cap="flat" cmpd="sng">
            <a:solidFill>
              <a:srgbClr val="D6D6F0">
                <a:alpha val="100000"/>
              </a:srgbClr>
            </a:solidFill>
            <a:miter lim="1000000"/>
          </a:ln>
        </p:spPr>
      </p:sp>
      <p:sp>
        <p:nvSpPr>
          <p:cNvPr id="85" name="VectorPath 85"/>
          <p:cNvSpPr/>
          <p:nvPr/>
        </p:nvSpPr>
        <p:spPr>
          <a:xfrm>
            <a:off x="5297805" y="3031490"/>
            <a:ext cx="58420" cy="58420"/>
          </a:xfrm>
          <a:custGeom>
            <a:rect l="l" t="t" r="r" b="b"/>
            <a:pathLst>
              <a:path w="58370" h="58253">
                <a:moveTo>
                  <a:pt x="3773" y="3657"/>
                </a:moveTo>
                <a:lnTo>
                  <a:pt x="41873" y="3657"/>
                </a:lnTo>
                <a:moveTo>
                  <a:pt x="16473" y="16357"/>
                </a:moveTo>
                <a:lnTo>
                  <a:pt x="54574" y="16357"/>
                </a:lnTo>
                <a:moveTo>
                  <a:pt x="16473" y="29057"/>
                </a:moveTo>
                <a:lnTo>
                  <a:pt x="54574" y="29057"/>
                </a:lnTo>
                <a:moveTo>
                  <a:pt x="3773" y="41758"/>
                </a:moveTo>
                <a:lnTo>
                  <a:pt x="41873" y="41758"/>
                </a:lnTo>
                <a:moveTo>
                  <a:pt x="16473" y="54458"/>
                </a:moveTo>
                <a:lnTo>
                  <a:pt x="54574" y="54458"/>
                </a:lnTo>
              </a:path>
            </a:pathLst>
          </a:custGeom>
          <a:ln w="7592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sp>
        <p:nvSpPr>
          <p:cNvPr id="86" name="TextBox86"/>
          <p:cNvSpPr txBox="1"/>
          <p:nvPr/>
        </p:nvSpPr>
        <p:spPr>
          <a:xfrm>
            <a:off x="4344035" y="3138170"/>
            <a:ext cx="1349375" cy="87312"/>
          </a:xfrm>
          <a:prstGeom prst="rect">
            <a:avLst/>
          </a:prstGeom>
          <a:noFill/>
        </p:spPr>
        <p:txBody>
          <a:bodyPr wrap="square" lIns="0" rIns="0" bIns="0" tIns="635" rtlCol="0">
            <a:spAutoFit/>
          </a:bodyPr>
          <a:lstStyle/>
          <a:p>
            <a:pPr marL="0" marR="0" indent="0" eaLnBrk="0">
              <a:lnSpc>
                <a:spcPct val="103030"/>
              </a:lnSpc>
              <a:spcBef>
                <a:spcPts val="5"/>
              </a:spcBef>
            </a:pP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2026</a:t>
            </a:r>
            <a:r>
              <a:rPr baseline="0" lang="en-US" altLang="zh-CN" sz="550" kern="0" spc="5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年</a:t>
            </a:r>
            <a:r>
              <a:rPr baseline="0" lang="en-US" altLang="zh-CN" sz="550" kern="0" spc="5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10</a:t>
            </a:r>
            <a:r>
              <a:rPr baseline="0" lang="en-US" altLang="zh-CN" sz="550" kern="0" spc="5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月</a:t>
            </a:r>
            <a:r>
              <a:rPr baseline="0" lang="en-US" altLang="zh-CN" sz="550" kern="0" spc="5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27</a:t>
            </a:r>
            <a:r>
              <a:rPr baseline="0" lang="en-US" altLang="zh-CN" sz="550" kern="0" spc="5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日</a:t>
            </a:r>
            <a:r>
              <a:rPr baseline="0" lang="en-US" altLang="zh-CN" sz="550" kern="0" spc="350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baseline="0" lang="en-US" altLang="zh-CN" sz="550" kern="0" spc="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</a:t>
            </a:r>
            <a:r>
              <a:rPr baseline="0" lang="en-US" altLang="zh-CN" sz="5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26</a:t>
            </a:r>
          </a:p>
        </p:txBody>
      </p:sp>
      <p:sp>
        <p:nvSpPr>
          <p:cNvPr id="87" name="VectorPath 87"/>
          <p:cNvSpPr/>
          <p:nvPr/>
        </p:nvSpPr>
        <p:spPr>
          <a:xfrm>
            <a:off x="4412615" y="3041650"/>
            <a:ext cx="203200" cy="38100"/>
          </a:xfrm>
          <a:custGeom>
            <a:rect l="l" t="t" r="r" b="b"/>
            <a:pathLst>
              <a:path w="203063" h="37948">
                <a:moveTo>
                  <a:pt x="25261" y="-153"/>
                </a:moveTo>
                <a:lnTo>
                  <a:pt x="-140" y="18897"/>
                </a:lnTo>
                <a:lnTo>
                  <a:pt x="25261" y="37948"/>
                </a:lnTo>
                <a:close/>
                <a:moveTo>
                  <a:pt x="203063" y="18897"/>
                </a:moveTo>
                <a:lnTo>
                  <a:pt x="177663" y="-153"/>
                </a:lnTo>
                <a:lnTo>
                  <a:pt x="177663" y="37948"/>
                </a:lnTo>
                <a:close/>
              </a:path>
            </a:pathLst>
          </a:custGeom>
          <a:solidFill>
            <a:srgbClr val="D6D6F0">
              <a:alpha val="100000"/>
            </a:srgbClr>
          </a:solidFill>
        </p:spPr>
      </p:sp>
      <p:pic>
        <p:nvPicPr>
          <p:cNvPr id="88" name="A875EF6C-A001-49C4-A449-ABF6F4CE557E"/>
          <p:cNvPicPr>
            <a:picLocks noChangeAspect="1"/>
          </p:cNvPicPr>
          <p:nvPr/>
        </p:nvPicPr>
        <p:blipFill>
          <a:blip r:embed="rId7" cstate="print">
            <a:extLst>
              <a:ext uri="{550FAD3C-D267-4C4B-56AE-293A98DD8808}"/>
            </a:extLst>
          </a:blip>
          <a:srcRect/>
          <a:stretch>
            <a:fillRect/>
          </a:stretch>
        </p:blipFill>
        <p:spPr>
          <a:xfrm>
            <a:off x="4116070" y="3003550"/>
            <a:ext cx="80433" cy="122767"/>
          </a:xfrm>
          <a:prstGeom prst="rect">
            <a:avLst/>
          </a:prstGeom>
        </p:spPr>
      </p:pic>
      <p:pic>
        <p:nvPicPr>
          <p:cNvPr id="89" name="58BA20DF-18B4-421C-866C-714AB95FACE9"/>
          <p:cNvPicPr>
            <a:picLocks noChangeAspect="1"/>
          </p:cNvPicPr>
          <p:nvPr/>
        </p:nvPicPr>
        <p:blipFill>
          <a:blip r:embed="rId8" cstate="print">
            <a:extLst>
              <a:ext uri="{612A8CD4-4423-4110-1FE4-683F90014F70}"/>
            </a:extLst>
          </a:blip>
          <a:srcRect/>
          <a:stretch>
            <a:fillRect/>
          </a:stretch>
        </p:blipFill>
        <p:spPr>
          <a:xfrm>
            <a:off x="4192270" y="3003550"/>
            <a:ext cx="105833" cy="122767"/>
          </a:xfrm>
          <a:prstGeom prst="rect">
            <a:avLst/>
          </a:prstGeom>
        </p:spPr>
      </p:pic>
      <p:pic>
        <p:nvPicPr>
          <p:cNvPr id="90" name="51F7795C-02DF-4B35-C4EA-CE067136E893"/>
          <p:cNvPicPr>
            <a:picLocks noChangeAspect="1"/>
          </p:cNvPicPr>
          <p:nvPr/>
        </p:nvPicPr>
        <p:blipFill>
          <a:blip r:embed="rId9" cstate="print">
            <a:extLst>
              <a:ext uri="{D60AF43C-236E-4DE1-C64A-DD7FA35E4A65}"/>
            </a:extLst>
          </a:blip>
          <a:srcRect/>
          <a:stretch>
            <a:fillRect/>
          </a:stretch>
        </p:blipFill>
        <p:spPr>
          <a:xfrm>
            <a:off x="4293235" y="3003550"/>
            <a:ext cx="80433" cy="122767"/>
          </a:xfrm>
          <a:prstGeom prst="rect">
            <a:avLst/>
          </a:prstGeom>
        </p:spPr>
      </p:pic>
      <p:pic>
        <p:nvPicPr>
          <p:cNvPr id="91" name="15F74CA8-3DFD-4AAF-68B4-151E1A1413BA"/>
          <p:cNvPicPr>
            <a:picLocks noChangeAspect="1"/>
          </p:cNvPicPr>
          <p:nvPr/>
        </p:nvPicPr>
        <p:blipFill>
          <a:blip r:embed="rId10" cstate="print">
            <a:extLst>
              <a:ext uri="{3D11EE93-0BBB-46EA-883B-6CBE9A568C1D}"/>
            </a:extLst>
          </a:blip>
          <a:srcRect/>
          <a:stretch>
            <a:fillRect/>
          </a:stretch>
        </p:blipFill>
        <p:spPr>
          <a:xfrm>
            <a:off x="4387215" y="3003550"/>
            <a:ext cx="67733" cy="122767"/>
          </a:xfrm>
          <a:prstGeom prst="rect">
            <a:avLst/>
          </a:prstGeom>
        </p:spPr>
      </p:pic>
      <p:pic>
        <p:nvPicPr>
          <p:cNvPr id="92" name="8A9E3CE7-4B1A-4EBA-3894-F27E4154B35F"/>
          <p:cNvPicPr>
            <a:picLocks noChangeAspect="1"/>
          </p:cNvPicPr>
          <p:nvPr/>
        </p:nvPicPr>
        <p:blipFill>
          <a:blip r:embed="rId11" cstate="print">
            <a:extLst>
              <a:ext uri="{6045904B-3430-4EBB-84CC-571F0C78E2B8}"/>
            </a:extLst>
          </a:blip>
          <a:srcRect/>
          <a:stretch>
            <a:fillRect/>
          </a:stretch>
        </p:blipFill>
        <p:spPr>
          <a:xfrm>
            <a:off x="4450080" y="3003550"/>
            <a:ext cx="67733" cy="122767"/>
          </a:xfrm>
          <a:prstGeom prst="rect">
            <a:avLst/>
          </a:prstGeom>
        </p:spPr>
      </p:pic>
      <p:pic>
        <p:nvPicPr>
          <p:cNvPr id="93" name="11099914-71E3-4193-6ED0-F7B304C5206E"/>
          <p:cNvPicPr>
            <a:picLocks noChangeAspect="1"/>
          </p:cNvPicPr>
          <p:nvPr/>
        </p:nvPicPr>
        <p:blipFill>
          <a:blip r:embed="rId12" cstate="print">
            <a:extLst>
              <a:ext uri="{B656D53A-6D13-4F50-E7D2-44501917BE2E}"/>
            </a:extLst>
          </a:blip>
          <a:srcRect/>
          <a:stretch>
            <a:fillRect/>
          </a:stretch>
        </p:blipFill>
        <p:spPr>
          <a:xfrm>
            <a:off x="4513580" y="3003550"/>
            <a:ext cx="67733" cy="122767"/>
          </a:xfrm>
          <a:prstGeom prst="rect">
            <a:avLst/>
          </a:prstGeom>
        </p:spPr>
      </p:pic>
      <p:pic>
        <p:nvPicPr>
          <p:cNvPr id="94" name="DA28B511-A2FE-40EE-10D1-0D5CB4FA7978"/>
          <p:cNvPicPr>
            <a:picLocks noChangeAspect="1"/>
          </p:cNvPicPr>
          <p:nvPr/>
        </p:nvPicPr>
        <p:blipFill>
          <a:blip r:embed="rId13" cstate="print">
            <a:extLst>
              <a:ext uri="{260F660B-D051-4B0E-6854-34DEFF9513EE}"/>
            </a:extLst>
          </a:blip>
          <a:srcRect/>
          <a:stretch>
            <a:fillRect/>
          </a:stretch>
        </p:blipFill>
        <p:spPr>
          <a:xfrm>
            <a:off x="4577080" y="3003550"/>
            <a:ext cx="67733" cy="122767"/>
          </a:xfrm>
          <a:prstGeom prst="rect">
            <a:avLst/>
          </a:prstGeom>
        </p:spPr>
      </p:pic>
      <p:pic>
        <p:nvPicPr>
          <p:cNvPr id="95" name="2EA54AAB-E8DA-4C34-3026-B5E72DF63C56"/>
          <p:cNvPicPr>
            <a:picLocks noChangeAspect="1"/>
          </p:cNvPicPr>
          <p:nvPr/>
        </p:nvPicPr>
        <p:blipFill>
          <a:blip r:embed="rId14" cstate="print">
            <a:extLst>
              <a:ext uri="{8B564579-EF35-4046-2E40-E6D826825881}"/>
            </a:extLst>
          </a:blip>
          <a:srcRect/>
          <a:stretch>
            <a:fillRect/>
          </a:stretch>
        </p:blipFill>
        <p:spPr>
          <a:xfrm>
            <a:off x="4658360" y="3003550"/>
            <a:ext cx="67733" cy="122767"/>
          </a:xfrm>
          <a:prstGeom prst="rect">
            <a:avLst/>
          </a:prstGeom>
        </p:spPr>
      </p:pic>
      <p:pic>
        <p:nvPicPr>
          <p:cNvPr id="96" name="554E159C-F94D-4AFA-E7BB-01833E1018A2"/>
          <p:cNvPicPr>
            <a:picLocks noChangeAspect="1"/>
          </p:cNvPicPr>
          <p:nvPr/>
        </p:nvPicPr>
        <p:blipFill>
          <a:blip r:embed="rId15" cstate="print">
            <a:extLst>
              <a:ext uri="{2F02E2EA-DC63-4B1E-B8FD-08BA35CB8108}"/>
            </a:extLst>
          </a:blip>
          <a:srcRect/>
          <a:stretch>
            <a:fillRect/>
          </a:stretch>
        </p:blipFill>
        <p:spPr>
          <a:xfrm>
            <a:off x="4721225" y="3003550"/>
            <a:ext cx="67733" cy="122767"/>
          </a:xfrm>
          <a:prstGeom prst="rect">
            <a:avLst/>
          </a:prstGeom>
        </p:spPr>
      </p:pic>
      <p:pic>
        <p:nvPicPr>
          <p:cNvPr id="97" name="7445EAC9-94AD-4E61-48E9-65E654E0C232"/>
          <p:cNvPicPr>
            <a:picLocks noChangeAspect="1"/>
          </p:cNvPicPr>
          <p:nvPr/>
        </p:nvPicPr>
        <p:blipFill>
          <a:blip r:embed="rId16" cstate="print">
            <a:extLst>
              <a:ext uri="{CE199C8C-70CC-4A31-0D7C-FB996329B125}"/>
            </a:extLst>
          </a:blip>
          <a:srcRect/>
          <a:stretch>
            <a:fillRect/>
          </a:stretch>
        </p:blipFill>
        <p:spPr>
          <a:xfrm>
            <a:off x="4784725" y="3003550"/>
            <a:ext cx="67733" cy="122767"/>
          </a:xfrm>
          <a:prstGeom prst="rect">
            <a:avLst/>
          </a:prstGeom>
        </p:spPr>
      </p:pic>
      <p:pic>
        <p:nvPicPr>
          <p:cNvPr id="98" name="E7D30490-EA06-4B05-9DBC-BAAAE43BAC25"/>
          <p:cNvPicPr>
            <a:picLocks noChangeAspect="1"/>
          </p:cNvPicPr>
          <p:nvPr/>
        </p:nvPicPr>
        <p:blipFill>
          <a:blip r:embed="rId17" cstate="print">
            <a:extLst>
              <a:ext uri="{D5413F00-AD2F-4E7A-3FFF-45BE8A2C7153}"/>
            </a:extLst>
          </a:blip>
          <a:srcRect/>
          <a:stretch>
            <a:fillRect/>
          </a:stretch>
        </p:blipFill>
        <p:spPr>
          <a:xfrm>
            <a:off x="4847591" y="3003550"/>
            <a:ext cx="67733" cy="122767"/>
          </a:xfrm>
          <a:prstGeom prst="rect">
            <a:avLst/>
          </a:prstGeom>
        </p:spPr>
      </p:pic>
      <p:pic>
        <p:nvPicPr>
          <p:cNvPr id="99" name="4FB55891-1BA4-4349-305E-5D1B9819348D"/>
          <p:cNvPicPr>
            <a:picLocks noChangeAspect="1"/>
          </p:cNvPicPr>
          <p:nvPr/>
        </p:nvPicPr>
        <p:blipFill>
          <a:blip r:embed="rId18" cstate="print">
            <a:extLst>
              <a:ext uri="{3BFAF3B8-435F-4207-D256-D0576A930B1A}"/>
            </a:extLst>
          </a:blip>
          <a:srcRect/>
          <a:stretch>
            <a:fillRect/>
          </a:stretch>
        </p:blipFill>
        <p:spPr>
          <a:xfrm>
            <a:off x="4928870" y="3003550"/>
            <a:ext cx="67733" cy="122767"/>
          </a:xfrm>
          <a:prstGeom prst="rect">
            <a:avLst/>
          </a:prstGeom>
        </p:spPr>
      </p:pic>
      <p:pic>
        <p:nvPicPr>
          <p:cNvPr id="100" name="172C67DA-3546-474A-6682-44954FCDC90A"/>
          <p:cNvPicPr>
            <a:picLocks noChangeAspect="1"/>
          </p:cNvPicPr>
          <p:nvPr/>
        </p:nvPicPr>
        <p:blipFill>
          <a:blip r:embed="rId19" cstate="print">
            <a:extLst>
              <a:ext uri="{BB63C64B-F0F2-4112-78CB-56E8F3BC48C1}"/>
            </a:extLst>
          </a:blip>
          <a:srcRect/>
          <a:stretch>
            <a:fillRect/>
          </a:stretch>
        </p:blipFill>
        <p:spPr>
          <a:xfrm>
            <a:off x="4992371" y="3003550"/>
            <a:ext cx="67733" cy="122767"/>
          </a:xfrm>
          <a:prstGeom prst="rect">
            <a:avLst/>
          </a:prstGeom>
        </p:spPr>
      </p:pic>
      <p:pic>
        <p:nvPicPr>
          <p:cNvPr id="101" name="E604221B-C9F0-4683-BBA2-691AC8BC509D"/>
          <p:cNvPicPr>
            <a:picLocks noChangeAspect="1"/>
          </p:cNvPicPr>
          <p:nvPr/>
        </p:nvPicPr>
        <p:blipFill>
          <a:blip r:embed="rId20" cstate="print">
            <a:extLst>
              <a:ext uri="{0A0A46FE-E815-4B37-688B-E5D0D965A23F}"/>
            </a:extLst>
          </a:blip>
          <a:srcRect/>
          <a:stretch>
            <a:fillRect/>
          </a:stretch>
        </p:blipFill>
        <p:spPr>
          <a:xfrm>
            <a:off x="5055235" y="3003550"/>
            <a:ext cx="67733" cy="122767"/>
          </a:xfrm>
          <a:prstGeom prst="rect">
            <a:avLst/>
          </a:prstGeom>
        </p:spPr>
      </p:pic>
      <p:pic>
        <p:nvPicPr>
          <p:cNvPr id="102" name="3EE4AC49-AB7A-4C2C-1D64-931D82C7B6F6"/>
          <p:cNvPicPr>
            <a:picLocks noChangeAspect="1"/>
          </p:cNvPicPr>
          <p:nvPr/>
        </p:nvPicPr>
        <p:blipFill>
          <a:blip r:embed="rId21" cstate="print">
            <a:extLst>
              <a:ext uri="{B0CE22F7-00ED-4E56-34B2-14DED2E9990E}"/>
            </a:extLst>
          </a:blip>
          <a:srcRect/>
          <a:stretch>
            <a:fillRect/>
          </a:stretch>
        </p:blipFill>
        <p:spPr>
          <a:xfrm>
            <a:off x="5118735" y="3003550"/>
            <a:ext cx="67733" cy="122767"/>
          </a:xfrm>
          <a:prstGeom prst="rect">
            <a:avLst/>
          </a:prstGeom>
        </p:spPr>
      </p:pic>
      <p:pic>
        <p:nvPicPr>
          <p:cNvPr id="103" name="EB3305A0-3529-44F9-72E0-ECDF4CC1C912"/>
          <p:cNvPicPr>
            <a:picLocks noChangeAspect="1"/>
          </p:cNvPicPr>
          <p:nvPr/>
        </p:nvPicPr>
        <p:blipFill>
          <a:blip r:embed="rId22" cstate="print">
            <a:extLst>
              <a:ext uri="{CD0E614B-C935-4292-CA24-2F8DAB5AC23B}"/>
            </a:extLst>
          </a:blip>
          <a:srcRect/>
          <a:stretch>
            <a:fillRect/>
          </a:stretch>
        </p:blipFill>
        <p:spPr>
          <a:xfrm>
            <a:off x="5200015" y="3003550"/>
            <a:ext cx="118533" cy="122767"/>
          </a:xfrm>
          <a:prstGeom prst="rect">
            <a:avLst/>
          </a:prstGeom>
        </p:spPr>
      </p:pic>
      <p:pic>
        <p:nvPicPr>
          <p:cNvPr id="104" name="0DF3F3F5-3A2B-40E6-21E5-94A8DB06DFEF"/>
          <p:cNvPicPr>
            <a:picLocks noChangeAspect="1"/>
          </p:cNvPicPr>
          <p:nvPr/>
        </p:nvPicPr>
        <p:blipFill>
          <a:blip r:embed="rId23" cstate="print">
            <a:extLst>
              <a:ext uri="{FB695B55-32E9-4A9D-5D79-C305626FEEE8}"/>
            </a:extLst>
          </a:blip>
          <a:srcRect/>
          <a:stretch>
            <a:fillRect/>
          </a:stretch>
        </p:blipFill>
        <p:spPr>
          <a:xfrm>
            <a:off x="5313680" y="3003550"/>
            <a:ext cx="143933" cy="122767"/>
          </a:xfrm>
          <a:prstGeom prst="rect">
            <a:avLst/>
          </a:prstGeom>
        </p:spPr>
      </p:pic>
      <p:pic>
        <p:nvPicPr>
          <p:cNvPr id="105" name="FACB0410-E70D-46BC-4A84-C5C36398894B"/>
          <p:cNvPicPr>
            <a:picLocks noChangeAspect="1"/>
          </p:cNvPicPr>
          <p:nvPr/>
        </p:nvPicPr>
        <p:blipFill>
          <a:blip r:embed="rId24" cstate="print">
            <a:extLst>
              <a:ext uri="{857E8752-97D6-4465-BC3D-2F3CB8BFCBF0}"/>
            </a:extLst>
          </a:blip>
          <a:srcRect/>
          <a:stretch>
            <a:fillRect/>
          </a:stretch>
        </p:blipFill>
        <p:spPr>
          <a:xfrm>
            <a:off x="5471160" y="3003550"/>
            <a:ext cx="93133" cy="122767"/>
          </a:xfrm>
          <a:prstGeom prst="rect">
            <a:avLst/>
          </a:prstGeom>
        </p:spPr>
      </p:pic>
      <p:pic>
        <p:nvPicPr>
          <p:cNvPr id="106" name="1C7CEED6-C5F9-45B4-C510-59A5EF51390E"/>
          <p:cNvPicPr>
            <a:picLocks noChangeAspect="1"/>
          </p:cNvPicPr>
          <p:nvPr/>
        </p:nvPicPr>
        <p:blipFill>
          <a:blip r:embed="rId25" cstate="print">
            <a:extLst>
              <a:ext uri="{5263A8CF-711D-4A4E-E905-126884255630}"/>
            </a:extLst>
          </a:blip>
          <a:srcRect/>
          <a:stretch>
            <a:fillRect/>
          </a:stretch>
        </p:blipFill>
        <p:spPr>
          <a:xfrm>
            <a:off x="5559425" y="3003550"/>
            <a:ext cx="80433" cy="122767"/>
          </a:xfrm>
          <a:prstGeom prst="rect">
            <a:avLst/>
          </a:prstGeom>
        </p:spPr>
      </p:pic>
      <p:pic>
        <p:nvPicPr>
          <p:cNvPr id="107" name="0CEB6A37-EE95-44E0-C231-F669BEF5EAB5"/>
          <p:cNvPicPr>
            <a:picLocks noChangeAspect="1"/>
          </p:cNvPicPr>
          <p:nvPr/>
        </p:nvPicPr>
        <p:blipFill>
          <a:blip r:embed="rId26" cstate="print">
            <a:extLst>
              <a:ext uri="{21F2E5DD-7493-4A37-E28D-8D6B415D202D}"/>
            </a:extLst>
          </a:blip>
          <a:srcRect/>
          <a:stretch>
            <a:fillRect/>
          </a:stretch>
        </p:blipFill>
        <p:spPr>
          <a:xfrm>
            <a:off x="5635625" y="3003550"/>
            <a:ext cx="93133" cy="122767"/>
          </a:xfrm>
          <a:prstGeom prst="rect">
            <a:avLst/>
          </a:prstGeom>
        </p:spPr>
      </p:pic>
      <p:pic>
        <p:nvPicPr>
          <p:cNvPr id="108" name="72DA4D69-D966-448B-1D37-1EC14A9A9DD3"/>
          <p:cNvPicPr>
            <a:picLocks noChangeAspect="1"/>
          </p:cNvPicPr>
          <p:nvPr/>
        </p:nvPicPr>
        <p:blipFill>
          <a:blip r:embed="rId27" cstate="print">
            <a:extLst>
              <a:ext uri="{FE3AE4A7-63AF-4520-D7E6-4CFE0521E3E3}"/>
            </a:extLst>
          </a:blip>
          <a:srcRect/>
          <a:stretch>
            <a:fillRect/>
          </a:stretch>
        </p:blipFill>
        <p:spPr>
          <a:xfrm>
            <a:off x="2689860" y="3105150"/>
            <a:ext cx="385233" cy="122767"/>
          </a:xfrm>
          <a:prstGeom prst="rect">
            <a:avLst/>
          </a:prstGeom>
        </p:spPr>
      </p:pic>
    </p:spTree>
    <p:extLst>
      <p:ext uri="{DFEB60FE-623F-4F7B-CCE4-B9CEDE5D05CB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VectorPath 109"/>
          <p:cNvSpPr/>
          <p:nvPr/>
        </p:nvSpPr>
        <p:spPr>
          <a:xfrm>
            <a:off x="0" y="0"/>
            <a:ext cx="5760085" cy="349885"/>
          </a:xfrm>
          <a:custGeom>
            <a:rect l="l" t="t" r="r" b="b"/>
            <a:pathLst>
              <a:path w="5759996" h="349885">
                <a:moveTo>
                  <a:pt x="0" y="350050"/>
                </a:moveTo>
                <a:lnTo>
                  <a:pt x="5759996" y="350050"/>
                </a:lnTo>
                <a:lnTo>
                  <a:pt x="5759996" y="-228"/>
                </a:lnTo>
                <a:lnTo>
                  <a:pt x="0" y="-228"/>
                </a:lnTo>
                <a:lnTo>
                  <a:pt x="0" y="350050"/>
                </a:lnTo>
                <a:close/>
              </a:path>
            </a:pathLst>
          </a:custGeom>
          <a:solidFill>
            <a:srgbClr val="3333B3">
              <a:alpha val="100000"/>
            </a:srgbClr>
          </a:solidFill>
        </p:spPr>
      </p:sp>
      <p:sp>
        <p:nvSpPr>
          <p:cNvPr id="110" name="VectorPath 110"/>
          <p:cNvSpPr/>
          <p:nvPr/>
        </p:nvSpPr>
        <p:spPr>
          <a:xfrm>
            <a:off x="87630" y="673735"/>
            <a:ext cx="5584825" cy="205740"/>
          </a:xfrm>
          <a:custGeom>
            <a:rect l="l" t="t" r="r" b="b"/>
            <a:pathLst>
              <a:path w="5584581" h="205623">
                <a:moveTo>
                  <a:pt x="5584582" y="50115"/>
                </a:moveTo>
                <a:cubicBezTo>
                  <a:pt x="5584316" y="25990"/>
                  <a:pt x="5567012" y="5758"/>
                  <a:pt x="5544466" y="588"/>
                </a:cubicBezTo>
                <a:lnTo>
                  <a:pt x="5534340" y="-126"/>
                </a:lnTo>
                <a:lnTo>
                  <a:pt x="50242" y="-126"/>
                </a:lnTo>
                <a:cubicBezTo>
                  <a:pt x="26117" y="139"/>
                  <a:pt x="5885" y="17443"/>
                  <a:pt x="715" y="39988"/>
                </a:cubicBezTo>
                <a:lnTo>
                  <a:pt x="0" y="50115"/>
                </a:lnTo>
                <a:lnTo>
                  <a:pt x="0" y="205622"/>
                </a:lnTo>
                <a:lnTo>
                  <a:pt x="5584582" y="205622"/>
                </a:lnTo>
                <a:close/>
              </a:path>
            </a:pathLst>
          </a:custGeom>
          <a:solidFill>
            <a:srgbClr val="262686">
              <a:alpha val="100000"/>
            </a:srgbClr>
          </a:solidFill>
        </p:spPr>
      </p:sp>
      <p:sp>
        <p:nvSpPr>
          <p:cNvPr id="111" name="TextBox111"/>
          <p:cNvSpPr txBox="1"/>
          <p:nvPr/>
        </p:nvSpPr>
        <p:spPr>
          <a:xfrm>
            <a:off x="138430" y="692785"/>
            <a:ext cx="1490662" cy="18256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3623"/>
              </a:lnSpc>
            </a:pPr>
            <a:r>
              <a:rPr lang="en-US" altLang="zh-CN" sz="1150" kern="0" spc="3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如果你正在使用电脑</a:t>
            </a:r>
            <a:r>
              <a:rPr lang="en-US" altLang="zh-CN" sz="1150" kern="0" spc="50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...</a:t>
            </a:r>
          </a:p>
        </p:txBody>
      </p:sp>
      <p:pic>
        <p:nvPicPr>
          <p:cNvPr id="112" name="26812437-661E-43AD-DFCF-6653585EAA12"/>
          <p:cNvPicPr>
            <a:picLocks noChangeAspect="1"/>
          </p:cNvPicPr>
          <p:nvPr/>
        </p:nvPicPr>
        <p:blipFill>
          <a:blip r:embed="rId2" cstate="print">
            <a:extLst>
              <a:ext uri="{9058B120-EFC1-4BA0-9724-4D28E5E2706F}"/>
            </a:extLst>
          </a:blip>
          <a:srcRect/>
          <a:stretch>
            <a:fillRect/>
          </a:stretch>
        </p:blipFill>
        <p:spPr>
          <a:xfrm>
            <a:off x="87630" y="866775"/>
            <a:ext cx="5588000" cy="55033"/>
          </a:xfrm>
          <a:prstGeom prst="rect">
            <a:avLst/>
          </a:prstGeom>
        </p:spPr>
      </p:pic>
      <p:grpSp>
        <p:nvGrpSpPr>
          <p:cNvPr id="113" name="Combination 113"/>
          <p:cNvGrpSpPr/>
          <p:nvPr/>
        </p:nvGrpSpPr>
        <p:grpSpPr>
          <a:xfrm>
            <a:off x="87630" y="730250"/>
            <a:ext cx="5635625" cy="779145"/>
            <a:chOff x="87630" y="730250"/>
            <a:chExt cx="5635625" cy="779145"/>
          </a:xfrm>
        </p:grpSpPr>
        <p:sp>
          <p:nvSpPr>
            <p:cNvPr id="114" name="VectorPath 114"/>
            <p:cNvSpPr/>
            <p:nvPr/>
          </p:nvSpPr>
          <p:spPr>
            <a:xfrm>
              <a:off x="138544" y="730540"/>
              <a:ext cx="5584581" cy="778807"/>
            </a:xfrm>
            <a:custGeom>
              <a:rect l="l" t="t" r="r" b="b"/>
              <a:pathLst>
                <a:path w="5584581" h="778807">
                  <a:moveTo>
                    <a:pt x="0" y="778807"/>
                  </a:moveTo>
                  <a:lnTo>
                    <a:pt x="5584581" y="778807"/>
                  </a:lnTo>
                  <a:lnTo>
                    <a:pt x="5584581" y="0"/>
                  </a:lnTo>
                  <a:lnTo>
                    <a:pt x="0" y="0"/>
                  </a:lnTo>
                  <a:lnTo>
                    <a:pt x="0" y="77880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115" name="VectorPath 115"/>
            <p:cNvSpPr/>
            <p:nvPr/>
          </p:nvSpPr>
          <p:spPr>
            <a:xfrm>
              <a:off x="87744" y="910983"/>
              <a:ext cx="5584581" cy="547562"/>
            </a:xfrm>
            <a:custGeom>
              <a:rect l="l" t="t" r="r" b="b"/>
              <a:pathLst>
                <a:path w="5584581" h="547562">
                  <a:moveTo>
                    <a:pt x="5544466" y="546848"/>
                  </a:moveTo>
                  <a:cubicBezTo>
                    <a:pt x="5567012" y="541678"/>
                    <a:pt x="5584316" y="521446"/>
                    <a:pt x="5584582" y="497321"/>
                  </a:cubicBezTo>
                  <a:lnTo>
                    <a:pt x="5584582" y="0"/>
                  </a:lnTo>
                  <a:lnTo>
                    <a:pt x="0" y="0"/>
                  </a:lnTo>
                  <a:lnTo>
                    <a:pt x="0" y="497321"/>
                  </a:lnTo>
                  <a:lnTo>
                    <a:pt x="715" y="507448"/>
                  </a:lnTo>
                  <a:cubicBezTo>
                    <a:pt x="5885" y="529993"/>
                    <a:pt x="26117" y="547297"/>
                    <a:pt x="50242" y="547562"/>
                  </a:cubicBezTo>
                  <a:lnTo>
                    <a:pt x="5534340" y="547562"/>
                  </a:lnTo>
                  <a:close/>
                </a:path>
              </a:pathLst>
            </a:custGeom>
            <a:solidFill>
              <a:srgbClr val="E9E9F3">
                <a:alpha val="100000"/>
              </a:srgbClr>
            </a:solidFill>
          </p:spPr>
        </p:sp>
      </p:grpSp>
      <p:sp>
        <p:nvSpPr>
          <p:cNvPr id="116" name="VectorPath 116"/>
          <p:cNvSpPr/>
          <p:nvPr/>
        </p:nvSpPr>
        <p:spPr>
          <a:xfrm>
            <a:off x="87630" y="1610360"/>
            <a:ext cx="5584825" cy="205105"/>
          </a:xfrm>
          <a:custGeom>
            <a:rect l="l" t="t" r="r" b="b"/>
            <a:pathLst>
              <a:path w="5584581" h="204990">
                <a:moveTo>
                  <a:pt x="5584582" y="50242"/>
                </a:moveTo>
                <a:cubicBezTo>
                  <a:pt x="5584316" y="26117"/>
                  <a:pt x="5567012" y="5885"/>
                  <a:pt x="5544466" y="714"/>
                </a:cubicBezTo>
                <a:lnTo>
                  <a:pt x="5534340" y="0"/>
                </a:lnTo>
                <a:lnTo>
                  <a:pt x="50242" y="0"/>
                </a:lnTo>
                <a:cubicBezTo>
                  <a:pt x="26117" y="266"/>
                  <a:pt x="5885" y="17570"/>
                  <a:pt x="715" y="40115"/>
                </a:cubicBezTo>
                <a:lnTo>
                  <a:pt x="0" y="50242"/>
                </a:lnTo>
                <a:lnTo>
                  <a:pt x="0" y="205156"/>
                </a:lnTo>
                <a:lnTo>
                  <a:pt x="5584582" y="205156"/>
                </a:lnTo>
                <a:close/>
              </a:path>
            </a:pathLst>
          </a:custGeom>
          <a:solidFill>
            <a:srgbClr val="262686">
              <a:alpha val="100000"/>
            </a:srgbClr>
          </a:solidFill>
        </p:spPr>
      </p:sp>
      <p:sp>
        <p:nvSpPr>
          <p:cNvPr id="117" name="TextBox117"/>
          <p:cNvSpPr txBox="1"/>
          <p:nvPr/>
        </p:nvSpPr>
        <p:spPr>
          <a:xfrm>
            <a:off x="138430" y="1635760"/>
            <a:ext cx="1519237" cy="17621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我们需要一个管理者！</a:t>
            </a:r>
          </a:p>
        </p:txBody>
      </p:sp>
      <p:pic>
        <p:nvPicPr>
          <p:cNvPr id="118" name="FB3BB029-E291-4675-9409-C732F1078B19"/>
          <p:cNvPicPr>
            <a:picLocks noChangeAspect="1"/>
          </p:cNvPicPr>
          <p:nvPr/>
        </p:nvPicPr>
        <p:blipFill>
          <a:blip r:embed="rId3" cstate="print">
            <a:extLst>
              <a:ext uri="{F0CA89C0-C29E-4CD7-BE30-8E17A5FD0763}"/>
            </a:extLst>
          </a:blip>
          <a:srcRect/>
          <a:stretch>
            <a:fillRect/>
          </a:stretch>
        </p:blipFill>
        <p:spPr>
          <a:xfrm>
            <a:off x="87630" y="1802765"/>
            <a:ext cx="5588000" cy="55033"/>
          </a:xfrm>
          <a:prstGeom prst="rect">
            <a:avLst/>
          </a:prstGeom>
        </p:spPr>
      </p:pic>
      <p:grpSp>
        <p:nvGrpSpPr>
          <p:cNvPr id="119" name="Combination 119"/>
          <p:cNvGrpSpPr/>
          <p:nvPr/>
        </p:nvGrpSpPr>
        <p:grpSpPr>
          <a:xfrm>
            <a:off x="87630" y="1667510"/>
            <a:ext cx="5635625" cy="1130935"/>
            <a:chOff x="87630" y="1667510"/>
            <a:chExt cx="5635625" cy="1130935"/>
          </a:xfrm>
        </p:grpSpPr>
        <p:sp>
          <p:nvSpPr>
            <p:cNvPr id="120" name="VectorPath 120"/>
            <p:cNvSpPr/>
            <p:nvPr/>
          </p:nvSpPr>
          <p:spPr>
            <a:xfrm>
              <a:off x="138544" y="1667398"/>
              <a:ext cx="5584581" cy="1130884"/>
            </a:xfrm>
            <a:custGeom>
              <a:rect l="l" t="t" r="r" b="b"/>
              <a:pathLst>
                <a:path w="5584581" h="1130772">
                  <a:moveTo>
                    <a:pt x="0" y="1130772"/>
                  </a:moveTo>
                  <a:lnTo>
                    <a:pt x="5584581" y="1130772"/>
                  </a:lnTo>
                  <a:lnTo>
                    <a:pt x="5584581" y="-112"/>
                  </a:lnTo>
                  <a:lnTo>
                    <a:pt x="0" y="-112"/>
                  </a:lnTo>
                  <a:lnTo>
                    <a:pt x="0" y="11307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121" name="VectorPath 121"/>
            <p:cNvSpPr/>
            <p:nvPr/>
          </p:nvSpPr>
          <p:spPr>
            <a:xfrm>
              <a:off x="87744" y="1847249"/>
              <a:ext cx="5584581" cy="900233"/>
            </a:xfrm>
            <a:custGeom>
              <a:rect l="l" t="t" r="r" b="b"/>
              <a:pathLst>
                <a:path w="5584581" h="900233">
                  <a:moveTo>
                    <a:pt x="5544466" y="899518"/>
                  </a:moveTo>
                  <a:cubicBezTo>
                    <a:pt x="5567012" y="894348"/>
                    <a:pt x="5584316" y="874116"/>
                    <a:pt x="5584582" y="849991"/>
                  </a:cubicBezTo>
                  <a:lnTo>
                    <a:pt x="5584582" y="0"/>
                  </a:lnTo>
                  <a:lnTo>
                    <a:pt x="0" y="0"/>
                  </a:lnTo>
                  <a:lnTo>
                    <a:pt x="0" y="849991"/>
                  </a:lnTo>
                  <a:lnTo>
                    <a:pt x="715" y="860118"/>
                  </a:lnTo>
                  <a:cubicBezTo>
                    <a:pt x="5885" y="882663"/>
                    <a:pt x="26117" y="899967"/>
                    <a:pt x="50242" y="900233"/>
                  </a:cubicBezTo>
                  <a:lnTo>
                    <a:pt x="5534340" y="900233"/>
                  </a:lnTo>
                  <a:close/>
                </a:path>
              </a:pathLst>
            </a:custGeom>
            <a:solidFill>
              <a:srgbClr val="E9E9F3">
                <a:alpha val="100000"/>
              </a:srgbClr>
            </a:solidFill>
          </p:spPr>
        </p:sp>
      </p:grpSp>
      <p:sp>
        <p:nvSpPr>
          <p:cNvPr id="122" name="TextBox122"/>
          <p:cNvSpPr txBox="1"/>
          <p:nvPr/>
        </p:nvSpPr>
        <p:spPr>
          <a:xfrm>
            <a:off x="107950" y="88900"/>
            <a:ext cx="2005012" cy="21431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100" kern="0" spc="35" baseline="4097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为什么我们需要操作系统</a:t>
            </a:r>
            <a:r>
              <a:rPr baseline="4097" lang="en-US" altLang="zh-CN" sz="2100" kern="0" spc="-103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</a:p>
        </p:txBody>
      </p:sp>
      <p:sp>
        <p:nvSpPr>
          <p:cNvPr id="123" name="TextBox123"/>
          <p:cNvSpPr txBox="1"/>
          <p:nvPr/>
        </p:nvSpPr>
        <p:spPr>
          <a:xfrm>
            <a:off x="138430" y="920750"/>
            <a:ext cx="5422900" cy="50958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277089" eaLnBrk="0">
              <a:lnSpc>
                <a:spcPct val="109126"/>
              </a:lnSpc>
              <a:spcAft>
                <a:spcPts val="39"/>
              </a:spcAft>
            </a:pP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这时，你的导员在</a:t>
            </a:r>
            <a:r>
              <a:rPr baseline="0" lang="en-US" altLang="zh-CN" sz="1050" kern="0" spc="17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1050" kern="0" spc="3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QQ</a:t>
            </a:r>
            <a:r>
              <a:rPr baseline="0" lang="en-US" altLang="zh-CN" sz="1050" kern="0" spc="17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上给你发了文件，你的部长在微信上给你发了通知，你的同学</a:t>
            </a:r>
            <a:r>
              <a:rPr baseline="0" lang="en-US" altLang="zh-CN" sz="1050" kern="0" spc="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br>
              <a:rPr lang="en-US" altLang="zh-CN" dirty="0" smtClean="0" sz="1050" kern="0">
                <a:latin typeface="KaiTi" pitchFamily="49" charset="0"/>
                <a:ea typeface="KaiTi" pitchFamily="49" charset="0"/>
                <a:cs typeface="KaiTi" pitchFamily="49" charset="0"/>
              </a:rPr>
            </a:br>
            <a:r>
              <a:rPr lang="en-US" altLang="zh-CN" sz="1050" kern="0" spc="25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在抖音上给你转发了视频</a:t>
            </a:r>
            <a:r>
              <a:rPr baseline="0" lang="en-US" altLang="zh-CN" sz="1050" kern="0" spc="-44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1050" kern="0" spc="6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...</a:t>
            </a:r>
            <a:r>
              <a:rPr baseline="0" lang="en-US" altLang="zh-CN" sz="1050" kern="0" spc="-1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那处理器该先给谁用呢？内存该怎么分配呢？</a:t>
            </a:r>
            <a:r>
              <a:rPr baseline="0" lang="en-US" altLang="zh-CN" sz="1050" kern="0" spc="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</a:p>
          <a:p>
            <a:pPr marL="277495" marR="0" indent="0" eaLnBrk="0">
              <a:lnSpc>
                <a:spcPct val="92063"/>
              </a:lnSpc>
              <a:spcBef>
                <a:spcPts val="100"/>
              </a:spcBef>
              <a:spcAft>
                <a:spcPts val="25"/>
              </a:spcAft>
            </a:pPr>
            <a:r>
              <a:rPr lang="en-US" altLang="zh-CN" sz="1050" kern="0" spc="-15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我们既想让它们运行又不想让它们挤破头，该怎么办呢？</a:t>
            </a:r>
          </a:p>
        </p:txBody>
      </p:sp>
      <p:sp>
        <p:nvSpPr>
          <p:cNvPr id="124" name="TextBox124"/>
          <p:cNvSpPr txBox="1"/>
          <p:nvPr/>
        </p:nvSpPr>
        <p:spPr>
          <a:xfrm>
            <a:off x="138430" y="1861820"/>
            <a:ext cx="5403850" cy="84931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277089" eaLnBrk="0">
              <a:lnSpc>
                <a:spcPct val="107539"/>
              </a:lnSpc>
            </a:pPr>
            <a:r>
              <a:rPr lang="en-US" altLang="zh-CN" sz="1050" kern="0" spc="10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就像厨房需要厨师长安排厨师的工作、分配厨具的使用一样，计算机也需要一个管理</a:t>
            </a:r>
            <a:r>
              <a:rPr baseline="0" lang="en-US" altLang="zh-CN" sz="1050" kern="0" spc="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br>
              <a:rPr lang="en-US" altLang="zh-CN" dirty="0" smtClean="0" sz="1050" kern="0">
                <a:latin typeface="KaiTi" pitchFamily="49" charset="0"/>
                <a:ea typeface="KaiTi" pitchFamily="49" charset="0"/>
                <a:cs typeface="KaiTi" pitchFamily="49" charset="0"/>
              </a:rPr>
            </a:br>
            <a:r>
              <a:rPr lang="en-US" altLang="zh-CN" sz="1050" kern="0" spc="-15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者，负责协调各个程序对硬件资源的使用。</a:t>
            </a:r>
            <a:r>
              <a:rPr baseline="0" lang="en-US" altLang="zh-CN" sz="1050" kern="0" spc="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</a:p>
          <a:p>
            <a:pPr marL="0" marR="0" indent="277089" eaLnBrk="0">
              <a:lnSpc>
                <a:spcPct val="105952"/>
              </a:lnSpc>
            </a:pPr>
            <a:r>
              <a:rPr lang="en-US" altLang="zh-CN" sz="1050" kern="0" spc="25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它要安排程序何时使用处理器、合理分配内存，还要尽可能避免不同程序之间的相互</a:t>
            </a:r>
            <a:r>
              <a:rPr baseline="0" lang="en-US" altLang="zh-CN" sz="1050" kern="0" spc="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br>
              <a:rPr lang="en-US" altLang="zh-CN" dirty="0" smtClean="0" sz="1050" kern="0">
                <a:latin typeface="KaiTi" pitchFamily="49" charset="0"/>
                <a:ea typeface="KaiTi" pitchFamily="49" charset="0"/>
                <a:cs typeface="KaiTi" pitchFamily="49" charset="0"/>
              </a:rPr>
            </a:br>
            <a:r>
              <a:rPr lang="en-US" altLang="zh-CN" sz="1050" kern="0" spc="-15" baseline="0" noProof="0" dirty="0" smtClean="0">
                <a:solidFill>
                  <a:srgbClr val="00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干扰。</a:t>
            </a:r>
            <a:r>
              <a:rPr baseline="0" lang="en-US" altLang="zh-CN" sz="1050" kern="0" spc="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</a:p>
          <a:p>
            <a:pPr marL="277495" marR="0" indent="0" eaLnBrk="0">
              <a:lnSpc>
                <a:spcPct val="95238"/>
              </a:lnSpc>
              <a:spcBef>
                <a:spcPts val="100"/>
              </a:spcBef>
              <a:spcAft>
                <a:spcPts val="25"/>
              </a:spcAft>
            </a:pPr>
            <a:r>
              <a:rPr lang="en-US" altLang="zh-CN" sz="1050" kern="0" spc="0" baseline="0" noProof="0" dirty="0" smtClean="0">
                <a:solidFill>
                  <a:srgbClr val="FF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这个管理者，就是操作系统（</a:t>
            </a:r>
            <a:r>
              <a:rPr lang="en-US" altLang="zh-CN" sz="1050" kern="0" spc="0" baseline="0" noProof="0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Operating</a:t>
            </a:r>
            <a:r>
              <a:rPr baseline="0" lang="en-US" altLang="zh-CN" sz="1050" kern="0" spc="-1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System</a:t>
            </a:r>
            <a:r>
              <a:rPr lang="en-US" altLang="zh-CN" sz="1050" kern="0" spc="0" baseline="0" noProof="0" dirty="0" smtClean="0">
                <a:solidFill>
                  <a:srgbClr val="FF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，</a:t>
            </a:r>
            <a:r>
              <a:rPr lang="en-US" altLang="zh-CN" sz="1050" kern="0" spc="0" baseline="0" noProof="0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OS</a:t>
            </a:r>
            <a:r>
              <a:rPr lang="en-US" altLang="zh-CN" sz="1050" kern="0" spc="0" baseline="0" noProof="0" dirty="0" smtClean="0">
                <a:solidFill>
                  <a:srgbClr val="FF0000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）。</a:t>
            </a:r>
          </a:p>
        </p:txBody>
      </p:sp>
      <p:grpSp>
        <p:nvGrpSpPr>
          <p:cNvPr id="125" name="Combination 125"/>
          <p:cNvGrpSpPr/>
          <p:nvPr/>
        </p:nvGrpSpPr>
        <p:grpSpPr>
          <a:xfrm>
            <a:off x="0" y="3032760"/>
            <a:ext cx="5760085" cy="207010"/>
            <a:chOff x="0" y="3032760"/>
            <a:chExt cx="5760085" cy="207010"/>
          </a:xfrm>
        </p:grpSpPr>
        <p:sp>
          <p:nvSpPr>
            <p:cNvPr id="126" name="VectorPath 126"/>
            <p:cNvSpPr/>
            <p:nvPr/>
          </p:nvSpPr>
          <p:spPr>
            <a:xfrm>
              <a:off x="4141509" y="3041497"/>
              <a:ext cx="25400" cy="38101"/>
            </a:xfrm>
            <a:custGeom>
              <a:rect l="l" t="t" r="r" b="b"/>
              <a:pathLst>
                <a:path w="25400" h="38101">
                  <a:moveTo>
                    <a:pt x="25400" y="0"/>
                  </a:moveTo>
                  <a:lnTo>
                    <a:pt x="0" y="19050"/>
                  </a:lnTo>
                  <a:lnTo>
                    <a:pt x="25400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  <p:sp>
          <p:nvSpPr>
            <p:cNvPr id="127" name="VectorPath 127"/>
            <p:cNvSpPr/>
            <p:nvPr/>
          </p:nvSpPr>
          <p:spPr>
            <a:xfrm>
              <a:off x="4319311" y="3041497"/>
              <a:ext cx="25400" cy="38101"/>
            </a:xfrm>
            <a:custGeom>
              <a:rect l="l" t="t" r="r" b="b"/>
              <a:pathLst>
                <a:path w="25400" h="38101">
                  <a:moveTo>
                    <a:pt x="25400" y="19050"/>
                  </a:moveTo>
                  <a:lnTo>
                    <a:pt x="0" y="0"/>
                  </a:lnTo>
                  <a:lnTo>
                    <a:pt x="0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  <p:sp>
          <p:nvSpPr>
            <p:cNvPr id="128" name="VectorPath 128"/>
            <p:cNvSpPr/>
            <p:nvPr/>
          </p:nvSpPr>
          <p:spPr>
            <a:xfrm>
              <a:off x="5597657" y="3060259"/>
              <a:ext cx="31057" cy="31056"/>
            </a:xfrm>
            <a:custGeom>
              <a:rect l="l" t="t" r="r" b="b"/>
              <a:pathLst>
                <a:path w="31057" h="31056">
                  <a:moveTo>
                    <a:pt x="5368" y="5368"/>
                  </a:moveTo>
                  <a:lnTo>
                    <a:pt x="25689" y="25688"/>
                  </a:lnTo>
                </a:path>
              </a:pathLst>
            </a:custGeom>
            <a:ln w="7592" cap="flat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129" name="VectorPath 129"/>
            <p:cNvSpPr/>
            <p:nvPr/>
          </p:nvSpPr>
          <p:spPr>
            <a:xfrm>
              <a:off x="5573432" y="3036602"/>
              <a:ext cx="35427" cy="35428"/>
            </a:xfrm>
            <a:custGeom>
              <a:rect l="l" t="t" r="r" b="b"/>
              <a:pathLst>
                <a:path w="35427" h="35428">
                  <a:moveTo>
                    <a:pt x="32897" y="17714"/>
                  </a:moveTo>
                  <a:cubicBezTo>
                    <a:pt x="32897" y="9328"/>
                    <a:pt x="26099" y="2530"/>
                    <a:pt x="17714" y="2530"/>
                  </a:cubicBezTo>
                  <a:cubicBezTo>
                    <a:pt x="9328" y="2530"/>
                    <a:pt x="2530" y="9328"/>
                    <a:pt x="2530" y="17714"/>
                  </a:cubicBezTo>
                  <a:cubicBezTo>
                    <a:pt x="2530" y="26099"/>
                    <a:pt x="9328" y="32897"/>
                    <a:pt x="17714" y="32897"/>
                  </a:cubicBezTo>
                  <a:cubicBezTo>
                    <a:pt x="26099" y="32897"/>
                    <a:pt x="32897" y="26099"/>
                    <a:pt x="32897" y="17714"/>
                  </a:cubicBezTo>
                </a:path>
              </a:pathLst>
            </a:custGeom>
            <a:ln w="5061" cap="flat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130" name="VectorPath 130"/>
            <p:cNvSpPr/>
            <p:nvPr/>
          </p:nvSpPr>
          <p:spPr>
            <a:xfrm>
              <a:off x="5477540" y="3032617"/>
              <a:ext cx="240811" cy="55862"/>
            </a:xfrm>
            <a:custGeom>
              <a:rect l="l" t="t" r="r" b="b"/>
              <a:pathLst>
                <a:path w="240811" h="55718">
                  <a:moveTo>
                    <a:pt x="44205" y="53188"/>
                  </a:moveTo>
                  <a:cubicBezTo>
                    <a:pt x="57933" y="53188"/>
                    <a:pt x="69605" y="41758"/>
                    <a:pt x="69605" y="27787"/>
                  </a:cubicBezTo>
                  <a:cubicBezTo>
                    <a:pt x="69605" y="13817"/>
                    <a:pt x="58174" y="2387"/>
                    <a:pt x="44205" y="2387"/>
                  </a:cubicBezTo>
                  <a:cubicBezTo>
                    <a:pt x="30234" y="2387"/>
                    <a:pt x="18804" y="13817"/>
                    <a:pt x="18804" y="27787"/>
                  </a:cubicBezTo>
                  <a:moveTo>
                    <a:pt x="34044" y="20167"/>
                  </a:moveTo>
                  <a:lnTo>
                    <a:pt x="18804" y="32867"/>
                  </a:lnTo>
                  <a:lnTo>
                    <a:pt x="3564" y="20167"/>
                  </a:lnTo>
                  <a:moveTo>
                    <a:pt x="196607" y="53188"/>
                  </a:moveTo>
                  <a:cubicBezTo>
                    <a:pt x="182636" y="53188"/>
                    <a:pt x="171206" y="41758"/>
                    <a:pt x="171206" y="27787"/>
                  </a:cubicBezTo>
                  <a:cubicBezTo>
                    <a:pt x="171206" y="13817"/>
                    <a:pt x="182636" y="2387"/>
                    <a:pt x="196607" y="2387"/>
                  </a:cubicBezTo>
                  <a:cubicBezTo>
                    <a:pt x="210576" y="2387"/>
                    <a:pt x="222007" y="13817"/>
                    <a:pt x="222007" y="27787"/>
                  </a:cubicBezTo>
                  <a:moveTo>
                    <a:pt x="237247" y="20167"/>
                  </a:moveTo>
                  <a:lnTo>
                    <a:pt x="222007" y="32867"/>
                  </a:lnTo>
                  <a:lnTo>
                    <a:pt x="206766" y="20167"/>
                  </a:lnTo>
                </a:path>
              </a:pathLst>
            </a:custGeom>
            <a:ln w="5061" cap="rnd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131" name="VectorPath 131"/>
            <p:cNvSpPr/>
            <p:nvPr/>
          </p:nvSpPr>
          <p:spPr>
            <a:xfrm>
              <a:off x="0" y="3130221"/>
              <a:ext cx="1919974" cy="109549"/>
            </a:xfrm>
            <a:custGeom>
              <a:rect l="l" t="t" r="r" b="b"/>
              <a:pathLst>
                <a:path w="1919974" h="109549">
                  <a:moveTo>
                    <a:pt x="0" y="109550"/>
                  </a:moveTo>
                  <a:lnTo>
                    <a:pt x="1919974" y="109550"/>
                  </a:lnTo>
                  <a:lnTo>
                    <a:pt x="1919974" y="0"/>
                  </a:lnTo>
                  <a:lnTo>
                    <a:pt x="0" y="0"/>
                  </a:lnTo>
                  <a:lnTo>
                    <a:pt x="0" y="109550"/>
                  </a:lnTo>
                  <a:close/>
                </a:path>
              </a:pathLst>
            </a:custGeom>
            <a:solidFill>
              <a:srgbClr val="1A1A59">
                <a:alpha val="100000"/>
              </a:srgbClr>
            </a:solidFill>
          </p:spPr>
        </p:sp>
        <p:sp>
          <p:nvSpPr>
            <p:cNvPr id="132" name="VectorPath 132"/>
            <p:cNvSpPr/>
            <p:nvPr/>
          </p:nvSpPr>
          <p:spPr>
            <a:xfrm>
              <a:off x="1919973" y="3130221"/>
              <a:ext cx="1919974" cy="109549"/>
            </a:xfrm>
            <a:custGeom>
              <a:rect l="l" t="t" r="r" b="b"/>
              <a:pathLst>
                <a:path w="1919974" h="109549">
                  <a:moveTo>
                    <a:pt x="0" y="109550"/>
                  </a:moveTo>
                  <a:lnTo>
                    <a:pt x="1919974" y="109550"/>
                  </a:lnTo>
                  <a:lnTo>
                    <a:pt x="1919974" y="0"/>
                  </a:lnTo>
                  <a:lnTo>
                    <a:pt x="0" y="0"/>
                  </a:lnTo>
                  <a:lnTo>
                    <a:pt x="0" y="109550"/>
                  </a:lnTo>
                  <a:close/>
                </a:path>
              </a:pathLst>
            </a:custGeom>
            <a:solidFill>
              <a:srgbClr val="262686">
                <a:alpha val="100000"/>
              </a:srgbClr>
            </a:solidFill>
          </p:spPr>
        </p:sp>
        <p:sp>
          <p:nvSpPr>
            <p:cNvPr id="133" name="VectorPath 133"/>
            <p:cNvSpPr/>
            <p:nvPr/>
          </p:nvSpPr>
          <p:spPr>
            <a:xfrm>
              <a:off x="3839947" y="3130221"/>
              <a:ext cx="1919974" cy="109549"/>
            </a:xfrm>
            <a:custGeom>
              <a:rect l="l" t="t" r="r" b="b"/>
              <a:pathLst>
                <a:path w="1919974" h="109549">
                  <a:moveTo>
                    <a:pt x="0" y="109550"/>
                  </a:moveTo>
                  <a:lnTo>
                    <a:pt x="1919974" y="109550"/>
                  </a:lnTo>
                  <a:lnTo>
                    <a:pt x="1919974" y="0"/>
                  </a:lnTo>
                  <a:lnTo>
                    <a:pt x="0" y="0"/>
                  </a:lnTo>
                  <a:lnTo>
                    <a:pt x="0" y="109550"/>
                  </a:lnTo>
                  <a:close/>
                </a:path>
              </a:pathLst>
            </a:custGeom>
            <a:solidFill>
              <a:srgbClr val="3333B3">
                <a:alpha val="100000"/>
              </a:srgbClr>
            </a:solidFill>
          </p:spPr>
        </p:sp>
      </p:grpSp>
      <p:sp>
        <p:nvSpPr>
          <p:cNvPr id="134" name="TextBox134"/>
          <p:cNvSpPr txBox="1"/>
          <p:nvPr/>
        </p:nvSpPr>
        <p:spPr>
          <a:xfrm>
            <a:off x="694055" y="3141345"/>
            <a:ext cx="531812" cy="841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242"/>
              </a:lnSpc>
            </a:pP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潘宇琦</a:t>
            </a:r>
            <a:r>
              <a:rPr baseline="0" lang="en-US" altLang="zh-CN" sz="550" kern="0" spc="-15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申鹏威</a:t>
            </a:r>
          </a:p>
        </p:txBody>
      </p:sp>
      <p:sp>
        <p:nvSpPr>
          <p:cNvPr id="135" name="TextBox135"/>
          <p:cNvSpPr txBox="1"/>
          <p:nvPr/>
        </p:nvSpPr>
        <p:spPr>
          <a:xfrm>
            <a:off x="2689860" y="3141345"/>
            <a:ext cx="381000" cy="841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242"/>
              </a:lnSpc>
            </a:pPr>
            <a:r>
              <a:rPr lang="en-US" altLang="zh-CN" sz="550" kern="0" spc="-1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这就是开源</a:t>
            </a:r>
          </a:p>
        </p:txBody>
      </p:sp>
      <p:sp>
        <p:nvSpPr>
          <p:cNvPr id="136" name="VectorPath 136"/>
          <p:cNvSpPr/>
          <p:nvPr/>
        </p:nvSpPr>
        <p:spPr>
          <a:xfrm>
            <a:off x="4768850" y="3044190"/>
            <a:ext cx="45085" cy="7620"/>
          </a:xfrm>
          <a:custGeom>
            <a:rect l="l" t="t" r="r" b="b"/>
            <a:pathLst>
              <a:path w="45085" h="7453">
                <a:moveTo>
                  <a:pt x="3494" y="3657"/>
                </a:moveTo>
                <a:lnTo>
                  <a:pt x="41595" y="3657"/>
                </a:lnTo>
              </a:path>
            </a:pathLst>
          </a:custGeom>
          <a:ln w="7592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grpSp>
        <p:nvGrpSpPr>
          <p:cNvPr id="137" name="Combination 137"/>
          <p:cNvGrpSpPr/>
          <p:nvPr/>
        </p:nvGrpSpPr>
        <p:grpSpPr>
          <a:xfrm>
            <a:off x="4683760" y="3031490"/>
            <a:ext cx="473710" cy="48260"/>
            <a:chOff x="4683760" y="3031490"/>
            <a:chExt cx="473710" cy="48260"/>
          </a:xfrm>
        </p:grpSpPr>
        <p:sp>
          <p:nvSpPr>
            <p:cNvPr id="138" name="VectorPath 138"/>
            <p:cNvSpPr/>
            <p:nvPr/>
          </p:nvSpPr>
          <p:spPr>
            <a:xfrm>
              <a:off x="5026816" y="3031352"/>
              <a:ext cx="58393" cy="32992"/>
            </a:xfrm>
            <a:custGeom>
              <a:rect l="l" t="t" r="r" b="b"/>
              <a:pathLst>
                <a:path w="58393" h="32853">
                  <a:moveTo>
                    <a:pt x="3796" y="3657"/>
                  </a:moveTo>
                  <a:lnTo>
                    <a:pt x="41896" y="3657"/>
                  </a:lnTo>
                  <a:moveTo>
                    <a:pt x="16496" y="16357"/>
                  </a:moveTo>
                  <a:lnTo>
                    <a:pt x="54597" y="16357"/>
                  </a:lnTo>
                  <a:moveTo>
                    <a:pt x="16496" y="29057"/>
                  </a:moveTo>
                  <a:lnTo>
                    <a:pt x="54597" y="29057"/>
                  </a:lnTo>
                </a:path>
              </a:pathLst>
            </a:custGeom>
            <a:ln w="7592" cap="flat" cmpd="sng">
              <a:solidFill>
                <a:srgbClr val="ADADE0">
                  <a:alpha val="100000"/>
                </a:srgbClr>
              </a:solidFill>
              <a:miter lim="1000000"/>
            </a:ln>
          </p:spPr>
        </p:sp>
        <p:sp>
          <p:nvSpPr>
            <p:cNvPr id="139" name="VectorPath 139"/>
            <p:cNvSpPr/>
            <p:nvPr/>
          </p:nvSpPr>
          <p:spPr>
            <a:xfrm>
              <a:off x="4683443" y="3041497"/>
              <a:ext cx="203202" cy="38101"/>
            </a:xfrm>
            <a:custGeom>
              <a:rect l="l" t="t" r="r" b="b"/>
              <a:pathLst>
                <a:path w="202886" h="38101">
                  <a:moveTo>
                    <a:pt x="25084" y="0"/>
                  </a:moveTo>
                  <a:lnTo>
                    <a:pt x="-317" y="19050"/>
                  </a:lnTo>
                  <a:lnTo>
                    <a:pt x="25084" y="38101"/>
                  </a:lnTo>
                  <a:close/>
                  <a:moveTo>
                    <a:pt x="202886" y="19050"/>
                  </a:moveTo>
                  <a:lnTo>
                    <a:pt x="177486" y="0"/>
                  </a:lnTo>
                  <a:lnTo>
                    <a:pt x="177486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  <p:sp>
          <p:nvSpPr>
            <p:cNvPr id="140" name="VectorPath 140"/>
            <p:cNvSpPr/>
            <p:nvPr/>
          </p:nvSpPr>
          <p:spPr>
            <a:xfrm>
              <a:off x="4954411" y="3041497"/>
              <a:ext cx="203202" cy="38101"/>
            </a:xfrm>
            <a:custGeom>
              <a:rect l="l" t="t" r="r" b="b"/>
              <a:pathLst>
                <a:path w="203060" h="38101">
                  <a:moveTo>
                    <a:pt x="25400" y="0"/>
                  </a:moveTo>
                  <a:lnTo>
                    <a:pt x="0" y="19050"/>
                  </a:lnTo>
                  <a:lnTo>
                    <a:pt x="25400" y="38101"/>
                  </a:lnTo>
                  <a:close/>
                  <a:moveTo>
                    <a:pt x="203202" y="19050"/>
                  </a:moveTo>
                  <a:lnTo>
                    <a:pt x="177802" y="0"/>
                  </a:lnTo>
                  <a:lnTo>
                    <a:pt x="177802" y="38101"/>
                  </a:lnTo>
                  <a:close/>
                </a:path>
              </a:pathLst>
            </a:custGeom>
            <a:solidFill>
              <a:srgbClr val="D6D6F0">
                <a:alpha val="100000"/>
              </a:srgbClr>
            </a:solidFill>
          </p:spPr>
        </p:sp>
      </p:grpSp>
      <p:sp>
        <p:nvSpPr>
          <p:cNvPr id="141" name="VectorPath 141"/>
          <p:cNvSpPr/>
          <p:nvPr/>
        </p:nvSpPr>
        <p:spPr>
          <a:xfrm>
            <a:off x="4218305" y="3042920"/>
            <a:ext cx="48260" cy="35560"/>
          </a:xfrm>
          <a:custGeom>
            <a:rect l="l" t="t" r="r" b="b"/>
            <a:pathLst>
              <a:path w="47970" h="35427">
                <a:moveTo>
                  <a:pt x="2531" y="32897"/>
                </a:moveTo>
                <a:lnTo>
                  <a:pt x="45550" y="32897"/>
                </a:lnTo>
                <a:lnTo>
                  <a:pt x="45550" y="2530"/>
                </a:lnTo>
                <a:lnTo>
                  <a:pt x="2531" y="2530"/>
                </a:lnTo>
                <a:lnTo>
                  <a:pt x="2531" y="32897"/>
                </a:lnTo>
                <a:close/>
              </a:path>
            </a:pathLst>
          </a:custGeom>
          <a:ln w="5061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sp>
        <p:nvSpPr>
          <p:cNvPr id="142" name="VectorPath 142"/>
          <p:cNvSpPr/>
          <p:nvPr/>
        </p:nvSpPr>
        <p:spPr>
          <a:xfrm>
            <a:off x="4472940" y="3032760"/>
            <a:ext cx="69215" cy="55880"/>
          </a:xfrm>
          <a:custGeom>
            <a:rect l="l" t="t" r="r" b="b"/>
            <a:pathLst>
              <a:path w="68894" h="55718">
                <a:moveTo>
                  <a:pt x="2530" y="53188"/>
                </a:moveTo>
                <a:lnTo>
                  <a:pt x="45550" y="53188"/>
                </a:lnTo>
                <a:lnTo>
                  <a:pt x="45550" y="22821"/>
                </a:lnTo>
                <a:lnTo>
                  <a:pt x="2530" y="22821"/>
                </a:lnTo>
                <a:lnTo>
                  <a:pt x="2530" y="53188"/>
                </a:lnTo>
                <a:close/>
                <a:moveTo>
                  <a:pt x="13022" y="22707"/>
                </a:moveTo>
                <a:lnTo>
                  <a:pt x="13022" y="12547"/>
                </a:lnTo>
                <a:lnTo>
                  <a:pt x="56203" y="12547"/>
                </a:lnTo>
                <a:lnTo>
                  <a:pt x="56203" y="43028"/>
                </a:lnTo>
                <a:lnTo>
                  <a:pt x="46043" y="43028"/>
                </a:lnTo>
                <a:moveTo>
                  <a:pt x="23183" y="12547"/>
                </a:moveTo>
                <a:lnTo>
                  <a:pt x="23183" y="2387"/>
                </a:lnTo>
                <a:lnTo>
                  <a:pt x="66363" y="2387"/>
                </a:lnTo>
                <a:lnTo>
                  <a:pt x="66363" y="32867"/>
                </a:lnTo>
                <a:lnTo>
                  <a:pt x="56203" y="32867"/>
                </a:lnTo>
              </a:path>
            </a:pathLst>
          </a:custGeom>
          <a:ln w="5061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sp>
        <p:nvSpPr>
          <p:cNvPr id="143" name="VectorPath 143"/>
          <p:cNvSpPr/>
          <p:nvPr/>
        </p:nvSpPr>
        <p:spPr>
          <a:xfrm>
            <a:off x="4756150" y="3031490"/>
            <a:ext cx="57785" cy="58420"/>
          </a:xfrm>
          <a:custGeom>
            <a:rect l="l" t="t" r="r" b="b"/>
            <a:pathLst>
              <a:path w="57785" h="58253">
                <a:moveTo>
                  <a:pt x="3494" y="3657"/>
                </a:moveTo>
                <a:lnTo>
                  <a:pt x="41594" y="3657"/>
                </a:lnTo>
                <a:moveTo>
                  <a:pt x="16194" y="29057"/>
                </a:moveTo>
                <a:lnTo>
                  <a:pt x="54295" y="29057"/>
                </a:lnTo>
                <a:moveTo>
                  <a:pt x="3494" y="41758"/>
                </a:moveTo>
                <a:lnTo>
                  <a:pt x="41594" y="41758"/>
                </a:lnTo>
                <a:moveTo>
                  <a:pt x="16194" y="54458"/>
                </a:moveTo>
                <a:lnTo>
                  <a:pt x="54295" y="54458"/>
                </a:lnTo>
              </a:path>
            </a:pathLst>
          </a:custGeom>
          <a:ln w="7592" cap="flat" cmpd="sng">
            <a:solidFill>
              <a:srgbClr val="D6D6F0">
                <a:alpha val="100000"/>
              </a:srgbClr>
            </a:solidFill>
            <a:miter lim="1000000"/>
          </a:ln>
        </p:spPr>
      </p:sp>
      <p:sp>
        <p:nvSpPr>
          <p:cNvPr id="144" name="VectorPath 144"/>
          <p:cNvSpPr/>
          <p:nvPr/>
        </p:nvSpPr>
        <p:spPr>
          <a:xfrm>
            <a:off x="5026660" y="3069590"/>
            <a:ext cx="58420" cy="20320"/>
          </a:xfrm>
          <a:custGeom>
            <a:rect l="l" t="t" r="r" b="b"/>
            <a:pathLst>
              <a:path w="58265" h="20153">
                <a:moveTo>
                  <a:pt x="3796" y="3658"/>
                </a:moveTo>
                <a:lnTo>
                  <a:pt x="41896" y="3658"/>
                </a:lnTo>
                <a:moveTo>
                  <a:pt x="16496" y="16358"/>
                </a:moveTo>
                <a:lnTo>
                  <a:pt x="54597" y="16358"/>
                </a:lnTo>
              </a:path>
            </a:pathLst>
          </a:custGeom>
          <a:ln w="7592" cap="flat" cmpd="sng">
            <a:solidFill>
              <a:srgbClr val="D6D6F0">
                <a:alpha val="100000"/>
              </a:srgbClr>
            </a:solidFill>
            <a:miter lim="1000000"/>
          </a:ln>
        </p:spPr>
      </p:sp>
      <p:sp>
        <p:nvSpPr>
          <p:cNvPr id="145" name="VectorPath 145"/>
          <p:cNvSpPr/>
          <p:nvPr/>
        </p:nvSpPr>
        <p:spPr>
          <a:xfrm>
            <a:off x="5297805" y="3031490"/>
            <a:ext cx="58420" cy="58420"/>
          </a:xfrm>
          <a:custGeom>
            <a:rect l="l" t="t" r="r" b="b"/>
            <a:pathLst>
              <a:path w="58370" h="58253">
                <a:moveTo>
                  <a:pt x="3773" y="3657"/>
                </a:moveTo>
                <a:lnTo>
                  <a:pt x="41873" y="3657"/>
                </a:lnTo>
                <a:moveTo>
                  <a:pt x="16473" y="16357"/>
                </a:moveTo>
                <a:lnTo>
                  <a:pt x="54574" y="16357"/>
                </a:lnTo>
                <a:moveTo>
                  <a:pt x="16473" y="29057"/>
                </a:moveTo>
                <a:lnTo>
                  <a:pt x="54574" y="29057"/>
                </a:lnTo>
                <a:moveTo>
                  <a:pt x="3773" y="41758"/>
                </a:moveTo>
                <a:lnTo>
                  <a:pt x="41873" y="41758"/>
                </a:lnTo>
                <a:moveTo>
                  <a:pt x="16473" y="54458"/>
                </a:moveTo>
                <a:lnTo>
                  <a:pt x="54574" y="54458"/>
                </a:lnTo>
              </a:path>
            </a:pathLst>
          </a:custGeom>
          <a:ln w="7592" cap="flat" cmpd="sng">
            <a:solidFill>
              <a:srgbClr val="ADADE0">
                <a:alpha val="100000"/>
              </a:srgbClr>
            </a:solidFill>
            <a:miter lim="1000000"/>
          </a:ln>
        </p:spPr>
      </p:sp>
      <p:sp>
        <p:nvSpPr>
          <p:cNvPr id="146" name="TextBox146"/>
          <p:cNvSpPr txBox="1"/>
          <p:nvPr/>
        </p:nvSpPr>
        <p:spPr>
          <a:xfrm>
            <a:off x="4344035" y="3138170"/>
            <a:ext cx="1349375" cy="87312"/>
          </a:xfrm>
          <a:prstGeom prst="rect">
            <a:avLst/>
          </a:prstGeom>
          <a:noFill/>
        </p:spPr>
        <p:txBody>
          <a:bodyPr wrap="square" lIns="0" rIns="0" bIns="0" tIns="635" rtlCol="0">
            <a:spAutoFit/>
          </a:bodyPr>
          <a:lstStyle/>
          <a:p>
            <a:pPr marL="0" marR="0" indent="0" eaLnBrk="0">
              <a:lnSpc>
                <a:spcPct val="103030"/>
              </a:lnSpc>
              <a:spcBef>
                <a:spcPts val="5"/>
              </a:spcBef>
            </a:pP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2026</a:t>
            </a:r>
            <a:r>
              <a:rPr baseline="0" lang="en-US" altLang="zh-CN" sz="550" kern="0" spc="5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年</a:t>
            </a:r>
            <a:r>
              <a:rPr baseline="0" lang="en-US" altLang="zh-CN" sz="550" kern="0" spc="5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10</a:t>
            </a:r>
            <a:r>
              <a:rPr baseline="0" lang="en-US" altLang="zh-CN" sz="550" kern="0" spc="5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月</a:t>
            </a:r>
            <a:r>
              <a:rPr baseline="0" lang="en-US" altLang="zh-CN" sz="550" kern="0" spc="5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27</a:t>
            </a:r>
            <a:r>
              <a:rPr baseline="0" lang="en-US" altLang="zh-CN" sz="550" kern="0" spc="5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25" baseline="0" noProof="0" dirty="0" smtClean="0">
                <a:solidFill>
                  <a:srgbClr val="FFFFFF"/>
                </a:solidFill>
                <a:latin typeface="KaiTi" pitchFamily="49" charset="0"/>
                <a:ea typeface="KaiTi" pitchFamily="49" charset="0"/>
                <a:cs typeface="KaiTi" pitchFamily="49" charset="0"/>
              </a:rPr>
              <a:t>日</a:t>
            </a:r>
            <a:r>
              <a:rPr baseline="0" lang="en-US" altLang="zh-CN" sz="550" kern="0" spc="3500" noProof="0" dirty="0" smtClean="0">
                <a:latin typeface="KaiTi" pitchFamily="49" charset="0"/>
                <a:ea typeface="KaiTi" pitchFamily="49" charset="0"/>
                <a:cs typeface="KaiTi" pitchFamily="49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baseline="0" lang="en-US" altLang="zh-CN" sz="550" kern="0" spc="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</a:t>
            </a:r>
            <a:r>
              <a:rPr baseline="0" lang="en-US" altLang="zh-CN" sz="5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550" kern="0" spc="0" baseline="0" noProof="0" dirty="0" smtClean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26</a:t>
            </a:r>
          </a:p>
        </p:txBody>
      </p:sp>
      <p:sp>
        <p:nvSpPr>
          <p:cNvPr id="147" name="VectorPath 147"/>
          <p:cNvSpPr/>
          <p:nvPr/>
        </p:nvSpPr>
        <p:spPr>
          <a:xfrm>
            <a:off x="4412615" y="3041650"/>
            <a:ext cx="203200" cy="38100"/>
          </a:xfrm>
          <a:custGeom>
            <a:rect l="l" t="t" r="r" b="b"/>
            <a:pathLst>
              <a:path w="203063" h="37948">
                <a:moveTo>
                  <a:pt x="25261" y="-153"/>
                </a:moveTo>
                <a:lnTo>
                  <a:pt x="-140" y="18897"/>
                </a:lnTo>
                <a:lnTo>
                  <a:pt x="25261" y="37948"/>
                </a:lnTo>
                <a:close/>
                <a:moveTo>
                  <a:pt x="203063" y="18897"/>
                </a:moveTo>
                <a:lnTo>
                  <a:pt x="177663" y="-153"/>
                </a:lnTo>
                <a:lnTo>
                  <a:pt x="177663" y="37948"/>
                </a:lnTo>
                <a:close/>
              </a:path>
            </a:pathLst>
          </a:custGeom>
          <a:solidFill>
            <a:srgbClr val="D6D6F0">
              <a:alpha val="100000"/>
            </a:srgbClr>
          </a:solidFill>
        </p:spPr>
      </p:sp>
      <p:pic>
        <p:nvPicPr>
          <p:cNvPr id="148" name="763FC73F-FEDF-4278-257A-367B0E93EA63"/>
          <p:cNvPicPr>
            <a:picLocks noChangeAspect="1"/>
          </p:cNvPicPr>
          <p:nvPr/>
        </p:nvPicPr>
        <p:blipFill>
          <a:blip r:embed="rId4" cstate="print">
            <a:extLst>
              <a:ext uri="{73D8E133-153C-4628-CE40-32AED5928769}"/>
            </a:extLst>
          </a:blip>
          <a:srcRect/>
          <a:stretch>
            <a:fillRect/>
          </a:stretch>
        </p:blipFill>
        <p:spPr>
          <a:xfrm>
            <a:off x="4116070" y="3003550"/>
            <a:ext cx="80433" cy="122767"/>
          </a:xfrm>
          <a:prstGeom prst="rect">
            <a:avLst/>
          </a:prstGeom>
        </p:spPr>
      </p:pic>
      <p:pic>
        <p:nvPicPr>
          <p:cNvPr id="149" name="9729C81D-2A0F-4956-24D9-03754D118F34"/>
          <p:cNvPicPr>
            <a:picLocks noChangeAspect="1"/>
          </p:cNvPicPr>
          <p:nvPr/>
        </p:nvPicPr>
        <p:blipFill>
          <a:blip r:embed="rId5" cstate="print">
            <a:extLst>
              <a:ext uri="{59E0EEA9-62AA-4EF8-E37F-329DE7247978}"/>
            </a:extLst>
          </a:blip>
          <a:srcRect/>
          <a:stretch>
            <a:fillRect/>
          </a:stretch>
        </p:blipFill>
        <p:spPr>
          <a:xfrm>
            <a:off x="4192270" y="3003550"/>
            <a:ext cx="105833" cy="122767"/>
          </a:xfrm>
          <a:prstGeom prst="rect">
            <a:avLst/>
          </a:prstGeom>
        </p:spPr>
      </p:pic>
      <p:pic>
        <p:nvPicPr>
          <p:cNvPr id="150" name="2AD6C566-1288-449A-7FB7-1570060A1E49"/>
          <p:cNvPicPr>
            <a:picLocks noChangeAspect="1"/>
          </p:cNvPicPr>
          <p:nvPr/>
        </p:nvPicPr>
        <p:blipFill>
          <a:blip r:embed="rId6" cstate="print">
            <a:extLst>
              <a:ext uri="{BC90571A-9B00-4AC6-CA92-018B2445B519}"/>
            </a:extLst>
          </a:blip>
          <a:srcRect/>
          <a:stretch>
            <a:fillRect/>
          </a:stretch>
        </p:blipFill>
        <p:spPr>
          <a:xfrm>
            <a:off x="4293235" y="3003550"/>
            <a:ext cx="80433" cy="122767"/>
          </a:xfrm>
          <a:prstGeom prst="rect">
            <a:avLst/>
          </a:prstGeom>
        </p:spPr>
      </p:pic>
      <p:pic>
        <p:nvPicPr>
          <p:cNvPr id="151" name="595CEE48-FD73-43C8-E359-00F858486D5E"/>
          <p:cNvPicPr>
            <a:picLocks noChangeAspect="1"/>
          </p:cNvPicPr>
          <p:nvPr/>
        </p:nvPicPr>
        <p:blipFill>
          <a:blip r:embed="rId7" cstate="print">
            <a:extLst>
              <a:ext uri="{4E658B6A-0367-4BB5-4728-A6759C986AB4}"/>
            </a:extLst>
          </a:blip>
          <a:srcRect/>
          <a:stretch>
            <a:fillRect/>
          </a:stretch>
        </p:blipFill>
        <p:spPr>
          <a:xfrm>
            <a:off x="4387215" y="3003550"/>
            <a:ext cx="67733" cy="122767"/>
          </a:xfrm>
          <a:prstGeom prst="rect">
            <a:avLst/>
          </a:prstGeom>
        </p:spPr>
      </p:pic>
      <p:pic>
        <p:nvPicPr>
          <p:cNvPr id="152" name="BB65A300-3F8A-407C-5EA5-A63EC64830F3"/>
          <p:cNvPicPr>
            <a:picLocks noChangeAspect="1"/>
          </p:cNvPicPr>
          <p:nvPr/>
        </p:nvPicPr>
        <p:blipFill>
          <a:blip r:embed="rId8" cstate="print">
            <a:extLst>
              <a:ext uri="{A17D832D-CDB4-4B53-FCF9-85977062DF40}"/>
            </a:extLst>
          </a:blip>
          <a:srcRect/>
          <a:stretch>
            <a:fillRect/>
          </a:stretch>
        </p:blipFill>
        <p:spPr>
          <a:xfrm>
            <a:off x="4450080" y="3003550"/>
            <a:ext cx="67733" cy="122767"/>
          </a:xfrm>
          <a:prstGeom prst="rect">
            <a:avLst/>
          </a:prstGeom>
        </p:spPr>
      </p:pic>
      <p:pic>
        <p:nvPicPr>
          <p:cNvPr id="153" name="970F2417-1636-41BD-C32E-83A1297CD969"/>
          <p:cNvPicPr>
            <a:picLocks noChangeAspect="1"/>
          </p:cNvPicPr>
          <p:nvPr/>
        </p:nvPicPr>
        <p:blipFill>
          <a:blip r:embed="rId9" cstate="print">
            <a:extLst>
              <a:ext uri="{E41DC683-F8D7-448C-3BD8-914E83359F71}"/>
            </a:extLst>
          </a:blip>
          <a:srcRect/>
          <a:stretch>
            <a:fillRect/>
          </a:stretch>
        </p:blipFill>
        <p:spPr>
          <a:xfrm>
            <a:off x="4513580" y="3003550"/>
            <a:ext cx="67733" cy="122767"/>
          </a:xfrm>
          <a:prstGeom prst="rect">
            <a:avLst/>
          </a:prstGeom>
        </p:spPr>
      </p:pic>
      <p:pic>
        <p:nvPicPr>
          <p:cNvPr id="154" name="52ADA5E6-A33A-4EE4-7ACD-8383419C5DE8"/>
          <p:cNvPicPr>
            <a:picLocks noChangeAspect="1"/>
          </p:cNvPicPr>
          <p:nvPr/>
        </p:nvPicPr>
        <p:blipFill>
          <a:blip r:embed="rId10" cstate="print">
            <a:extLst>
              <a:ext uri="{826F441B-46B1-4EA7-E12A-082972FD22BA}"/>
            </a:extLst>
          </a:blip>
          <a:srcRect/>
          <a:stretch>
            <a:fillRect/>
          </a:stretch>
        </p:blipFill>
        <p:spPr>
          <a:xfrm>
            <a:off x="4577080" y="3003550"/>
            <a:ext cx="67733" cy="122767"/>
          </a:xfrm>
          <a:prstGeom prst="rect">
            <a:avLst/>
          </a:prstGeom>
        </p:spPr>
      </p:pic>
      <p:pic>
        <p:nvPicPr>
          <p:cNvPr id="155" name="C63AE695-F7F2-423D-567A-4470BABA3C18"/>
          <p:cNvPicPr>
            <a:picLocks noChangeAspect="1"/>
          </p:cNvPicPr>
          <p:nvPr/>
        </p:nvPicPr>
        <p:blipFill>
          <a:blip r:embed="rId11" cstate="print">
            <a:extLst>
              <a:ext uri="{E8BE7F5A-4BC2-40CE-331F-74AD872A4294}"/>
            </a:extLst>
          </a:blip>
          <a:srcRect/>
          <a:stretch>
            <a:fillRect/>
          </a:stretch>
        </p:blipFill>
        <p:spPr>
          <a:xfrm>
            <a:off x="4658360" y="3003550"/>
            <a:ext cx="67733" cy="122767"/>
          </a:xfrm>
          <a:prstGeom prst="rect">
            <a:avLst/>
          </a:prstGeom>
        </p:spPr>
      </p:pic>
      <p:pic>
        <p:nvPicPr>
          <p:cNvPr id="156" name="6241835F-7045-4CBA-9855-C40E94628676"/>
          <p:cNvPicPr>
            <a:picLocks noChangeAspect="1"/>
          </p:cNvPicPr>
          <p:nvPr/>
        </p:nvPicPr>
        <p:blipFill>
          <a:blip r:embed="rId12" cstate="print">
            <a:extLst>
              <a:ext uri="{785611B6-EC33-4BF6-BCBB-73B0E9A5B903}"/>
            </a:extLst>
          </a:blip>
          <a:srcRect/>
          <a:stretch>
            <a:fillRect/>
          </a:stretch>
        </p:blipFill>
        <p:spPr>
          <a:xfrm>
            <a:off x="4721225" y="3003550"/>
            <a:ext cx="67733" cy="122767"/>
          </a:xfrm>
          <a:prstGeom prst="rect">
            <a:avLst/>
          </a:prstGeom>
        </p:spPr>
      </p:pic>
      <p:pic>
        <p:nvPicPr>
          <p:cNvPr id="157" name="3EB160B1-6DCA-4F8D-5568-B1EB4D9E7C30"/>
          <p:cNvPicPr>
            <a:picLocks noChangeAspect="1"/>
          </p:cNvPicPr>
          <p:nvPr/>
        </p:nvPicPr>
        <p:blipFill>
          <a:blip r:embed="rId13" cstate="print">
            <a:extLst>
              <a:ext uri="{B8BD800A-4855-4F30-10BE-741A26171E03}"/>
            </a:extLst>
          </a:blip>
          <a:srcRect/>
          <a:stretch>
            <a:fillRect/>
          </a:stretch>
        </p:blipFill>
        <p:spPr>
          <a:xfrm>
            <a:off x="4784725" y="3003550"/>
            <a:ext cx="67733" cy="122767"/>
          </a:xfrm>
          <a:prstGeom prst="rect">
            <a:avLst/>
          </a:prstGeom>
        </p:spPr>
      </p:pic>
      <p:pic>
        <p:nvPicPr>
          <p:cNvPr id="158" name="1FBC3821-8853-41B9-C547-EA8D5D89C9F2"/>
          <p:cNvPicPr>
            <a:picLocks noChangeAspect="1"/>
          </p:cNvPicPr>
          <p:nvPr/>
        </p:nvPicPr>
        <p:blipFill>
          <a:blip r:embed="rId14" cstate="print">
            <a:extLst>
              <a:ext uri="{DAFBC8DA-D552-4457-6227-70C7A33A2106}"/>
            </a:extLst>
          </a:blip>
          <a:srcRect/>
          <a:stretch>
            <a:fillRect/>
          </a:stretch>
        </p:blipFill>
        <p:spPr>
          <a:xfrm>
            <a:off x="4847591" y="3003550"/>
            <a:ext cx="67733" cy="122767"/>
          </a:xfrm>
          <a:prstGeom prst="rect">
            <a:avLst/>
          </a:prstGeom>
        </p:spPr>
      </p:pic>
      <p:pic>
        <p:nvPicPr>
          <p:cNvPr id="159" name="F358EB73-39B5-4D43-C5E6-6D1B03E43923"/>
          <p:cNvPicPr>
            <a:picLocks noChangeAspect="1"/>
          </p:cNvPicPr>
          <p:nvPr/>
        </p:nvPicPr>
        <p:blipFill>
          <a:blip r:embed="rId15" cstate="print">
            <a:extLst>
              <a:ext uri="{8867F4D1-2F65-47CE-A0AF-6CE5A855D5AC}"/>
            </a:extLst>
          </a:blip>
          <a:srcRect/>
          <a:stretch>
            <a:fillRect/>
          </a:stretch>
        </p:blipFill>
        <p:spPr>
          <a:xfrm>
            <a:off x="4928870" y="3003550"/>
            <a:ext cx="67733" cy="122767"/>
          </a:xfrm>
          <a:prstGeom prst="rect">
            <a:avLst/>
          </a:prstGeom>
        </p:spPr>
      </p:pic>
      <p:pic>
        <p:nvPicPr>
          <p:cNvPr id="160" name="EB38AC82-6B9C-4F2F-8278-41CC3266B897"/>
          <p:cNvPicPr>
            <a:picLocks noChangeAspect="1"/>
          </p:cNvPicPr>
          <p:nvPr/>
        </p:nvPicPr>
        <p:blipFill>
          <a:blip r:embed="rId16" cstate="print">
            <a:extLst>
              <a:ext uri="{96EC6458-1C07-4966-BB73-8C901C259B9C}"/>
            </a:extLst>
          </a:blip>
          <a:srcRect/>
          <a:stretch>
            <a:fillRect/>
          </a:stretch>
        </p:blipFill>
        <p:spPr>
          <a:xfrm>
            <a:off x="4992371" y="3003550"/>
            <a:ext cx="67733" cy="122767"/>
          </a:xfrm>
          <a:prstGeom prst="rect">
            <a:avLst/>
          </a:prstGeom>
        </p:spPr>
      </p:pic>
      <p:pic>
        <p:nvPicPr>
          <p:cNvPr id="161" name="35580E39-E02C-4D0D-843E-E05AF5E6DC6D"/>
          <p:cNvPicPr>
            <a:picLocks noChangeAspect="1"/>
          </p:cNvPicPr>
          <p:nvPr/>
        </p:nvPicPr>
        <p:blipFill>
          <a:blip r:embed="rId17" cstate="print">
            <a:extLst>
              <a:ext uri="{7E36D976-A926-48CE-5E59-F7E55AACBDF6}"/>
            </a:extLst>
          </a:blip>
          <a:srcRect/>
          <a:stretch>
            <a:fillRect/>
          </a:stretch>
        </p:blipFill>
        <p:spPr>
          <a:xfrm>
            <a:off x="5055235" y="3003550"/>
            <a:ext cx="67733" cy="122767"/>
          </a:xfrm>
          <a:prstGeom prst="rect">
            <a:avLst/>
          </a:prstGeom>
        </p:spPr>
      </p:pic>
      <p:pic>
        <p:nvPicPr>
          <p:cNvPr id="162" name="F7AD3122-3AEB-4DF9-D256-8061520E41B1"/>
          <p:cNvPicPr>
            <a:picLocks noChangeAspect="1"/>
          </p:cNvPicPr>
          <p:nvPr/>
        </p:nvPicPr>
        <p:blipFill>
          <a:blip r:embed="rId18" cstate="print">
            <a:extLst>
              <a:ext uri="{46872A6D-6C4A-442F-A7CD-6FAB71D5BFD5}"/>
            </a:extLst>
          </a:blip>
          <a:srcRect/>
          <a:stretch>
            <a:fillRect/>
          </a:stretch>
        </p:blipFill>
        <p:spPr>
          <a:xfrm>
            <a:off x="5118735" y="3003550"/>
            <a:ext cx="67733" cy="122767"/>
          </a:xfrm>
          <a:prstGeom prst="rect">
            <a:avLst/>
          </a:prstGeom>
        </p:spPr>
      </p:pic>
      <p:pic>
        <p:nvPicPr>
          <p:cNvPr id="163" name="CC32C981-CE33-4280-4BC6-B2E18F2FEBBB"/>
          <p:cNvPicPr>
            <a:picLocks noChangeAspect="1"/>
          </p:cNvPicPr>
          <p:nvPr/>
        </p:nvPicPr>
        <p:blipFill>
          <a:blip r:embed="rId19" cstate="print">
            <a:extLst>
              <a:ext uri="{A24E7EBE-4F1F-4276-EEA4-E566AADE6F91}"/>
            </a:extLst>
          </a:blip>
          <a:srcRect/>
          <a:stretch>
            <a:fillRect/>
          </a:stretch>
        </p:blipFill>
        <p:spPr>
          <a:xfrm>
            <a:off x="5200015" y="3003550"/>
            <a:ext cx="118533" cy="122767"/>
          </a:xfrm>
          <a:prstGeom prst="rect">
            <a:avLst/>
          </a:prstGeom>
        </p:spPr>
      </p:pic>
      <p:pic>
        <p:nvPicPr>
          <p:cNvPr id="164" name="07D99604-A59B-4194-14AB-EE8958B32381"/>
          <p:cNvPicPr>
            <a:picLocks noChangeAspect="1"/>
          </p:cNvPicPr>
          <p:nvPr/>
        </p:nvPicPr>
        <p:blipFill>
          <a:blip r:embed="rId20" cstate="print">
            <a:extLst>
              <a:ext uri="{93A7D8C7-6D50-4C04-7CC8-A7F077F7649A}"/>
            </a:extLst>
          </a:blip>
          <a:srcRect/>
          <a:stretch>
            <a:fillRect/>
          </a:stretch>
        </p:blipFill>
        <p:spPr>
          <a:xfrm>
            <a:off x="5313680" y="3003550"/>
            <a:ext cx="143933" cy="122767"/>
          </a:xfrm>
          <a:prstGeom prst="rect">
            <a:avLst/>
          </a:prstGeom>
        </p:spPr>
      </p:pic>
      <p:pic>
        <p:nvPicPr>
          <p:cNvPr id="165" name="C6A90E96-C327-412A-4B9E-301882914F08"/>
          <p:cNvPicPr>
            <a:picLocks noChangeAspect="1"/>
          </p:cNvPicPr>
          <p:nvPr/>
        </p:nvPicPr>
        <p:blipFill>
          <a:blip r:embed="rId21" cstate="print">
            <a:extLst>
              <a:ext uri="{D20A7EBD-C59B-4A3E-5E35-1953C8B23B64}"/>
            </a:extLst>
          </a:blip>
          <a:srcRect/>
          <a:stretch>
            <a:fillRect/>
          </a:stretch>
        </p:blipFill>
        <p:spPr>
          <a:xfrm>
            <a:off x="5471160" y="3003550"/>
            <a:ext cx="93133" cy="122767"/>
          </a:xfrm>
          <a:prstGeom prst="rect">
            <a:avLst/>
          </a:prstGeom>
        </p:spPr>
      </p:pic>
      <p:pic>
        <p:nvPicPr>
          <p:cNvPr id="166" name="E6B55509-0910-4CA7-69D6-8746A46B1117"/>
          <p:cNvPicPr>
            <a:picLocks noChangeAspect="1"/>
          </p:cNvPicPr>
          <p:nvPr/>
        </p:nvPicPr>
        <p:blipFill>
          <a:blip r:embed="rId22" cstate="print">
            <a:extLst>
              <a:ext uri="{BFF95F9E-DCB7-4A0D-0FA7-1ADFBAEA26F0}"/>
            </a:extLst>
          </a:blip>
          <a:srcRect/>
          <a:stretch>
            <a:fillRect/>
          </a:stretch>
        </p:blipFill>
        <p:spPr>
          <a:xfrm>
            <a:off x="5559425" y="3003550"/>
            <a:ext cx="80433" cy="122767"/>
          </a:xfrm>
          <a:prstGeom prst="rect">
            <a:avLst/>
          </a:prstGeom>
        </p:spPr>
      </p:pic>
      <p:pic>
        <p:nvPicPr>
          <p:cNvPr id="167" name="95F93C60-8BD9-4371-DB48-D856F0794433"/>
          <p:cNvPicPr>
            <a:picLocks noChangeAspect="1"/>
          </p:cNvPicPr>
          <p:nvPr/>
        </p:nvPicPr>
        <p:blipFill>
          <a:blip r:embed="rId23" cstate="print">
            <a:extLst>
              <a:ext uri="{38F3E789-B543-4862-44D4-94AE3F927C86}"/>
            </a:extLst>
          </a:blip>
          <a:srcRect/>
          <a:stretch>
            <a:fillRect/>
          </a:stretch>
        </p:blipFill>
        <p:spPr>
          <a:xfrm>
            <a:off x="5635625" y="3003550"/>
            <a:ext cx="93133" cy="122767"/>
          </a:xfrm>
          <a:prstGeom prst="rect">
            <a:avLst/>
          </a:prstGeom>
        </p:spPr>
      </p:pic>
      <p:pic>
        <p:nvPicPr>
          <p:cNvPr id="168" name="CD0C9F5E-87AF-4E75-9AB4-E509B5B39314"/>
          <p:cNvPicPr>
            <a:picLocks noChangeAspect="1"/>
          </p:cNvPicPr>
          <p:nvPr/>
        </p:nvPicPr>
        <p:blipFill>
          <a:blip r:embed="rId24" cstate="print">
            <a:extLst>
              <a:ext uri="{91DC7D00-FDBA-4504-D669-77ACA9EE6AA8}"/>
            </a:extLst>
          </a:blip>
          <a:srcRect/>
          <a:stretch>
            <a:fillRect/>
          </a:stretch>
        </p:blipFill>
        <p:spPr>
          <a:xfrm>
            <a:off x="2689860" y="3105150"/>
            <a:ext cx="385233" cy="122767"/>
          </a:xfrm>
          <a:prstGeom prst="rect">
            <a:avLst/>
          </a:prstGeom>
        </p:spPr>
      </p:pic>
    </p:spTree>
    <p:extLst>
      <p:ext uri="{89C1D635-C7D0-44E7-8ECC-E042D065BA79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592B2C6E-5055-4CAF-50B5-D376BA023167}"/>
  </a:extLst>
</a:theme>
</file>